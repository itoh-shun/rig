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 をまったく知らない人向けの資料です。前半で安全フローの仕組み、後半で pack による知識層の拡張を扱います。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C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01168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 入門</a:t>
            </a:r>
            <a:endParaRPr lang="en-US" sz="4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38328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C9C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に仕事を任せるときの、隔離と検証のしくみ。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C9C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はじめて触る人から、自分のドメインを教え込む人まで。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0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典拠：README.ja.md ／ docs/packs.md ／ skills/engine/SKILL.md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029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第一部　rig を知る　　|　　第二部　pack で知識層を拡張する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この資料の地図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4420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3611880" cy="4206240"/>
          </a:xfrm>
          <a:prstGeom prst="roundRect">
            <a:avLst>
              <a:gd name="adj" fmla="val 1519"/>
            </a:avLst>
          </a:prstGeom>
          <a:solidFill>
            <a:srgbClr val="E7EFEB"/>
          </a:solidFill>
          <a:ln w="6350">
            <a:solidFill>
              <a:srgbClr val="E7EF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58952" y="155448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導入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58952" y="18105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なぜ rig を作ったか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58952" y="228600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・よくある AI 活用の四つの型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・そこで共通して開く穴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・プロンプト／コンテキスト／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　ハーネスの入れ子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・ハーネスの 2×2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・一般的な対応と、その限界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・rig は四象限をどう埋めるか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97680" y="1371600"/>
            <a:ext cx="3611880" cy="4206240"/>
          </a:xfrm>
          <a:prstGeom prst="roundRect">
            <a:avLst>
              <a:gd name="adj" fmla="val 1519"/>
            </a:avLst>
          </a:prstGeom>
          <a:solidFill>
            <a:srgbClr val="F1F1EF"/>
          </a:solidFill>
          <a:ln w="6350">
            <a:solidFill>
              <a:srgbClr val="F1F1EF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553712" y="155448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第一部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53712" y="18105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 を知る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553712" y="228600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・rig とは何か／何ではないか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・直接頼む場合との違い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・入口は二つ、最初の三十秒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・安全と言える四つの理由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・ゲートと機械センサー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・ブリックと recipe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・レビュアーを測る（drill / stats）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・コマンドの地図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092440" y="1371600"/>
            <a:ext cx="3611880" cy="4206240"/>
          </a:xfrm>
          <a:prstGeom prst="roundRect">
            <a:avLst>
              <a:gd name="adj" fmla="val 1519"/>
            </a:avLst>
          </a:prstGeom>
          <a:solidFill>
            <a:srgbClr val="F1F1EF"/>
          </a:solidFill>
          <a:ln w="6350">
            <a:solidFill>
              <a:srgbClr val="F1F1EF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348472" y="155448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第二部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348472" y="18105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 で知識層を拡張する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348472" y="228600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・知識層とは何か、なぜ二種類か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・wiki と inject、tier 解決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・pack の type ＝ 権限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・作る：init → sync → validate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・wiki が呼ぶ評価ゲート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・knowledge ブロックと検索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・配る：bundle / named source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・落とし穴と、明日からの順番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576072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典拠は rig リポジトリの一次資料だけです。仕様はまだ変わるので、引数の正確なところは各コマンドの --help を見てください。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はじめに · 01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なぜ rig を作ったか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4420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298448"/>
            <a:ext cx="11155680" cy="1097280"/>
          </a:xfrm>
          <a:prstGeom prst="roundRect">
            <a:avLst>
              <a:gd name="adj" fmla="val 5000"/>
            </a:avLst>
          </a:prstGeom>
          <a:solidFill>
            <a:srgbClr val="E7EFEB"/>
          </a:solidFill>
          <a:ln w="6350">
            <a:solidFill>
              <a:srgbClr val="E7EF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2960" y="14264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オーケストレータは「どう動かすか」を決めます。rig が決めるのは「その結果を受け入れてよいか」です。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197510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docs/landscape.md より。rig に機能を足すかどうかは、この一行で判断しています。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24505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出発点にあった三つの観測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2761488"/>
            <a:ext cx="5486400" cy="914400"/>
          </a:xfrm>
          <a:prstGeom prst="roundRect">
            <a:avLst>
              <a:gd name="adj" fmla="val 6000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58952" y="2962656"/>
            <a:ext cx="384048" cy="38404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58952" y="2962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289304" y="2980944"/>
            <a:ext cx="4443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書く速度だけが上がった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1289304" y="3328416"/>
            <a:ext cx="4443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コードを書く速度は上がりました。でも、出てきたものを受け入れてよいか判定するのは、相変わらず人間の目視でした。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02920" y="3794760"/>
            <a:ext cx="5486400" cy="914400"/>
          </a:xfrm>
          <a:prstGeom prst="roundRect">
            <a:avLst>
              <a:gd name="adj" fmla="val 6000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58952" y="3995928"/>
            <a:ext cx="384048" cy="38404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8952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289304" y="4014216"/>
            <a:ext cx="4443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「できました」に根拠がない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289304" y="4361688"/>
            <a:ext cx="4443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モデルが「できました」と言っても、それは完了の根拠になりません。それなのに、他に判断材料がないのが普通でした。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2920" y="4828032"/>
            <a:ext cx="5486400" cy="914400"/>
          </a:xfrm>
          <a:prstGeom prst="roundRect">
            <a:avLst>
              <a:gd name="adj" fmla="val 6000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58952" y="5029200"/>
            <a:ext cx="384048" cy="38404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58952" y="5029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289304" y="5047488"/>
            <a:ext cx="4443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失敗が手元に残る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1289304" y="5394960"/>
            <a:ext cx="4443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うまくいかなかった試行が、作業ツリーにそのまま混ざります。何を残して何を捨てるかを考えること自体が手間になります。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355080" y="2761488"/>
            <a:ext cx="5486400" cy="1554480"/>
          </a:xfrm>
          <a:prstGeom prst="roundRect">
            <a:avLst>
              <a:gd name="adj" fmla="val 3529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6611112" y="2944368"/>
            <a:ext cx="4974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 が引き受けたのは一箇所だけです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611112" y="3328416"/>
            <a:ext cx="4974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受け入れの判定を、人間の目視から機械の関門へ移すことです。速く書かせることでも、賢く書かせることでもありません。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355080" y="4480560"/>
            <a:ext cx="5486400" cy="1325880"/>
          </a:xfrm>
          <a:prstGeom prst="roundRect">
            <a:avLst>
              <a:gd name="adj" fmla="val 4138"/>
            </a:avLst>
          </a:prstGeom>
          <a:solidFill>
            <a:srgbClr val="F3EAE6"/>
          </a:solidFill>
          <a:ln w="6350">
            <a:solidFill>
              <a:srgbClr val="F3EAE6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6611112" y="4663440"/>
            <a:ext cx="4974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33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裏返して言うと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6611112" y="5047488"/>
            <a:ext cx="49743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は品質を自動的に生みません。あなたが決めた基準を AI に無視させない、それだけです。基準を作るのは人間の仕事のままです。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はじめに · 02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よくある AI の使い方と、そこで起きること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4420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298448"/>
            <a:ext cx="5486400" cy="1600200"/>
          </a:xfrm>
          <a:prstGeom prst="roundRect">
            <a:avLst>
              <a:gd name="adj" fmla="val 3429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99616"/>
            <a:ext cx="384048" cy="38404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8952" y="1499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289304" y="1517904"/>
            <a:ext cx="4443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チャットに貼って、返ってきたコードを貼り戻す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1289304" y="1865376"/>
            <a:ext cx="4443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差分の出所が消えます。どこを変えたかは人間の記憶にしか残らず、無関係な変更が混ざっても検出する場所がありません。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355080" y="1298448"/>
            <a:ext cx="5486400" cy="1600200"/>
          </a:xfrm>
          <a:prstGeom prst="roundRect">
            <a:avLst>
              <a:gd name="adj" fmla="val 3429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611112" y="1499616"/>
            <a:ext cx="384048" cy="38404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11112" y="1499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141464" y="1517904"/>
            <a:ext cx="4443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エージェントに作業ツリーへ直接書かせる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7141464" y="1865376"/>
            <a:ext cx="4443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失敗した試行がそのまま手元に残ります。機械的なチェックを誰も配線していなければ、そのチェックは一度も走りません。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3081528"/>
            <a:ext cx="5486400" cy="1600200"/>
          </a:xfrm>
          <a:prstGeom prst="roundRect">
            <a:avLst>
              <a:gd name="adj" fmla="val 3429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58952" y="3282696"/>
            <a:ext cx="384048" cy="38404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58952" y="3282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289304" y="3300984"/>
            <a:ext cx="4443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 や AGENTS.md にルールを書く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1289304" y="3648456"/>
            <a:ext cx="4443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文章でのお願いは守られないことがあります。「テストを実行して」と書くのと、hook で毎回強制するのとでは信頼性が違います。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355080" y="3081528"/>
            <a:ext cx="5486400" cy="1600200"/>
          </a:xfrm>
          <a:prstGeom prst="roundRect">
            <a:avLst>
              <a:gd name="adj" fmla="val 3429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611112" y="3282696"/>
            <a:ext cx="384048" cy="38404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611112" y="3282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141464" y="3300984"/>
            <a:ext cx="4443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にレビューさせる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7141464" y="3648456"/>
            <a:ext cx="4443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書いた側と採点する側が同系統だと、自己評価が甘くなります。しかもそのレビュアーの検出率を、誰も測っていません。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02920" y="4892040"/>
            <a:ext cx="11155680" cy="960120"/>
          </a:xfrm>
          <a:prstGeom prst="roundRect">
            <a:avLst>
              <a:gd name="adj" fmla="val 5714"/>
            </a:avLst>
          </a:prstGeom>
          <a:solidFill>
            <a:srgbClr val="F3EAE6"/>
          </a:solidFill>
          <a:ln w="6350">
            <a:solidFill>
              <a:srgbClr val="F3EAE6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758952" y="5074920"/>
            <a:ext cx="106436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33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四つに共通するのは、失敗したかどうかが分からないことです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758952" y="5458968"/>
            <a:ext cx="106436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どれも普通に成果は出ます。困るのは失敗する確率ではなく、失敗しても誰も気づかないまま次へ進んでしまうことです。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はじめに · 03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原因をたどると、いつも同じ四つの穴に行き着きます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4420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298448"/>
            <a:ext cx="11155680" cy="1024128"/>
          </a:xfrm>
          <a:prstGeom prst="roundRect">
            <a:avLst>
              <a:gd name="adj" fmla="val 5357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99616"/>
            <a:ext cx="384048" cy="384048"/>
          </a:xfrm>
          <a:prstGeom prst="ellipse">
            <a:avLst/>
          </a:prstGeom>
          <a:solidFill>
            <a:srgbClr val="A33A21"/>
          </a:solidFill>
          <a:ln w="12700">
            <a:solidFill>
              <a:srgbClr val="A33A2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8952" y="1499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289304" y="1517904"/>
            <a:ext cx="101132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計算的センサーがループに入っていない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289304" y="1865376"/>
            <a:ext cx="10113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テストや lint が「ある」だけで、エージェントの実行ループにバックプレッシャーとして入っていません。あることと、効いていることは別です。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0195560" y="151790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A33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最頻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2468880"/>
            <a:ext cx="11155680" cy="1024128"/>
          </a:xfrm>
          <a:prstGeom prst="roundRect">
            <a:avLst>
              <a:gd name="adj" fmla="val 5357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58952" y="2670048"/>
            <a:ext cx="384048" cy="38404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58952" y="2670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289304" y="2688336"/>
            <a:ext cx="101132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検証ループそのものが無い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289304" y="3035808"/>
            <a:ext cx="10113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モデルに自分の仕事を検証する手段を与えると、品質が 2〜3 倍になると言われています（Boris Cherny）。裏を返せば、手段が無いエージェントは自己評価が甘くなります。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10195560" y="268833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自己採点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02920" y="3639312"/>
            <a:ext cx="11155680" cy="1024128"/>
          </a:xfrm>
          <a:prstGeom prst="roundRect">
            <a:avLst>
              <a:gd name="adj" fmla="val 5357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58952" y="3840480"/>
            <a:ext cx="384048" cy="38404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58952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289304" y="3858768"/>
            <a:ext cx="101132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評価と計測をしていない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289304" y="4206240"/>
            <a:ext cx="10113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ルールは足したのに、効果を測っていません。よかれと思った追加が逆効果になることもあります（Context Rot。文脈が長いほど性能が落ちる現象です）。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10195560" y="38587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測れない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02920" y="4809744"/>
            <a:ext cx="11155680" cy="1024128"/>
          </a:xfrm>
          <a:prstGeom prst="roundRect">
            <a:avLst>
              <a:gd name="adj" fmla="val 5357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58952" y="5010912"/>
            <a:ext cx="384048" cy="38404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58952" y="5010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289304" y="5029200"/>
            <a:ext cx="101132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ハーネスが厚すぎる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1289304" y="5376672"/>
            <a:ext cx="10113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 Harness, Fat Skills（Garry Tan）という言い方があります。ループ管理は薄く、知能は Skills に、実行は決定論的ツールに委ねます。親ループが太ったら設計を疑ってください。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10195560" y="50292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肥大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02920" y="60350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典拠は skills/engine/facets/knowledge/harness-taxonomy.md です。rig 自身が /rig:harness で使っている観点カタログです。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はじめに · 04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プロンプトの外側にコンテキスト、その外側にハーネス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4420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28016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「〇〇エンジニアリング」は別々の流派ではなく、入れ子になっています。外側を設計しないまま内側だけ磨いても、効果は安定しません。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6035040" cy="4160520"/>
          </a:xfrm>
          <a:prstGeom prst="roundRect">
            <a:avLst>
              <a:gd name="adj" fmla="val 1319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1828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ハーネスエンジニアリング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ループ・ツール・強制・検証・記録まで含めた仕組み全体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86968" y="2468880"/>
            <a:ext cx="5266944" cy="3200400"/>
          </a:xfrm>
          <a:prstGeom prst="roundRect">
            <a:avLst>
              <a:gd name="adj" fmla="val 1714"/>
            </a:avLst>
          </a:prstGeom>
          <a:solidFill>
            <a:srgbClr val="E7EFEB"/>
          </a:solidFill>
          <a:ln w="12700">
            <a:solidFill>
              <a:srgbClr val="E7EF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61288" y="26060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コンテキストエンジニアリング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161288" y="28803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何をどの順で見せるか。知識層・注入・圧縮への耐性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271016" y="3246120"/>
            <a:ext cx="4498848" cy="2240280"/>
          </a:xfrm>
          <a:prstGeom prst="roundRect">
            <a:avLst>
              <a:gd name="adj" fmla="val 2449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545336" y="33832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プロンプトエンジニアリング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545336" y="3675888"/>
            <a:ext cx="4023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9C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一回の指示の書き方です。ここだけを磨く人が一番多いのですが、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9C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条件が変わると同じようには効きません。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9C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はプロンプト面（persona・instruction・recipe・wiki）を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9C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「コンパイラが検査してくれない部分」として扱い、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9C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変更するときは承認済みの評価ケースを求めます。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903720" y="1691640"/>
            <a:ext cx="4754880" cy="1965960"/>
          </a:xfrm>
          <a:prstGeom prst="roundRect">
            <a:avLst>
              <a:gd name="adj" fmla="val 2791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159752" y="1874520"/>
            <a:ext cx="42428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ハーネスは二層に分かれます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159752" y="2258568"/>
            <a:ext cx="4242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一つはエージェントハーネスで、Claude Code や Codex に内蔵されたループ・ツール・メモリです。もう一つはユーザーハーネスで、使う側が組む CLAUDE.md・Skills・Hooks・MCP・テスト・lint・CI・recipe です。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903720" y="3794760"/>
            <a:ext cx="4754880" cy="1143000"/>
          </a:xfrm>
          <a:prstGeom prst="roundRect">
            <a:avLst>
              <a:gd name="adj" fmla="val 4800"/>
            </a:avLst>
          </a:prstGeom>
          <a:solidFill>
            <a:srgbClr val="E7EFEB"/>
          </a:solidFill>
          <a:ln w="6350">
            <a:solidFill>
              <a:srgbClr val="E7EF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159752" y="3977640"/>
            <a:ext cx="42428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 が作るのは後者だけです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159752" y="4361688"/>
            <a:ext cx="4242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内蔵ループには手を入れません。その外側に、薄い品質・安全レイヤーとして乗ります。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903720" y="5074920"/>
            <a:ext cx="4754880" cy="960120"/>
          </a:xfrm>
          <a:prstGeom prst="roundRect">
            <a:avLst>
              <a:gd name="adj" fmla="val 5714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7159752" y="5257800"/>
            <a:ext cx="42428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だから engine は変えません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159752" y="5641848"/>
            <a:ext cx="4242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拡張は pack として上に乗せます。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はじめに · 05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ハーネスを 2×2 で棚卸しすると、足りない場所が見えます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4420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28016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軸は二つです。①コードで判定する計算的なものか、LLM が判断する推論的なものか。②先回りして方向づけるガイドか、あとから検知するセンサーか。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758952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926080"/>
                <a:gridCol w="2926080"/>
              </a:tblGrid>
              <a:tr h="960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ガイド（先回り・方向づけ）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センサー（事後・検知）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計算的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（決定論的）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LSP・型・CLI・コードモッド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scaffold・テンプレート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lint・型チェック・テスト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build・ArchUnit・CI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推論的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（LLM 判断）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CLAUDE.md / AGENTS.md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Skills・設計ドキュメント・persona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コードレビュー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LLM-as-judge・review-gate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8366760" y="1691640"/>
            <a:ext cx="3291840" cy="1417320"/>
          </a:xfrm>
          <a:prstGeom prst="roundRect">
            <a:avLst>
              <a:gd name="adj" fmla="val 3871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622792" y="1874520"/>
            <a:ext cx="27797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四象限が揃ってはじめて強くなります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622792" y="2258568"/>
            <a:ext cx="27797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レビューはするがテストが無い状態も、テストは通るが設計の妥当性を誰も見ていない状態も、どちらも穴です。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8366760" y="3200400"/>
            <a:ext cx="3291840" cy="1417320"/>
          </a:xfrm>
          <a:prstGeom prst="roundRect">
            <a:avLst>
              <a:gd name="adj" fmla="val 3871"/>
            </a:avLst>
          </a:prstGeom>
          <a:solidFill>
            <a:srgbClr val="E7EFEB"/>
          </a:solidFill>
          <a:ln w="6350">
            <a:solidFill>
              <a:srgbClr val="E7EF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8622792" y="3383280"/>
            <a:ext cx="27797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まず計算的センサーから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622792" y="3767328"/>
            <a:ext cx="27797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計算的センサーは口説き落とせません。だから一番強いバックプレッシャーになります。推論的センサーはその次に置きます。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8366760" y="4709160"/>
            <a:ext cx="3291840" cy="1325880"/>
          </a:xfrm>
          <a:prstGeom prst="roundRect">
            <a:avLst>
              <a:gd name="adj" fmla="val 4138"/>
            </a:avLst>
          </a:prstGeom>
          <a:solidFill>
            <a:srgbClr val="F3EAE6"/>
          </a:solidFill>
          <a:ln w="6350">
            <a:solidFill>
              <a:srgbClr val="F3EAE6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8622792" y="4892040"/>
            <a:ext cx="27797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33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「存在する」≠「効いている」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622792" y="5276088"/>
            <a:ext cx="27797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どの hook にも acceptance gate にも繋がっていない lint は、ループに何の圧力もかけていません。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02920" y="4709160"/>
            <a:ext cx="7589520" cy="1325880"/>
          </a:xfrm>
          <a:prstGeom prst="roundRect">
            <a:avLst>
              <a:gd name="adj" fmla="val 4138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758952" y="4892040"/>
            <a:ext cx="70774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この 2×2 は自分のプロジェクトにも当てられます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58952" y="5276088"/>
            <a:ext cx="70774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/rig:harness が読み取り専用で棚卸しし、空いている象限と、あるのに効いていない資産を名指しします。処方は新しいルールを足すことではなく、接続する・強制する・減らすの三つです。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はじめに · 06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よく採られる対応と、それがどこで止まるか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4420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69494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57200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よく採られる対応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どこで止まるか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プロンプトを磨く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条件が変わると再現しません。効果を測っていないので、良くなったかどうかも分かりません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CLAUDE.md にルールを足す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文章でのお願いは、守られないことがあります。足しすぎると文脈が濁って逆効果にもなります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lint / test / CI を用意する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用意しただけでは、エージェントのループの外にあります。人間が CI を待つまで誰も見ません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レビューを足す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書いた側と同系統のモデルだと甘くなります。検出率が分からないので、通っても意味があるか判断できません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人間のレビューを増やす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人手が足りません。形だけのレビューになっても、そうなったこと自体に気づけません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7726680" y="129844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効く順序があります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726680" y="1627632"/>
            <a:ext cx="4434840" cy="1051560"/>
          </a:xfrm>
          <a:prstGeom prst="roundRect">
            <a:avLst>
              <a:gd name="adj" fmla="val 5217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982712" y="1828800"/>
            <a:ext cx="384048" cy="38404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982712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513064" y="1847088"/>
            <a:ext cx="3392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接続する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8513064" y="2194560"/>
            <a:ext cx="3392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すでにある lint・型・テストを hook と acceptance gate に繋いで、ループの中へ入れます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7726680" y="2798064"/>
            <a:ext cx="4434840" cy="1051560"/>
          </a:xfrm>
          <a:prstGeom prst="roundRect">
            <a:avLst>
              <a:gd name="adj" fmla="val 5217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7982712" y="2999232"/>
            <a:ext cx="384048" cy="38404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982712" y="2999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513064" y="3017520"/>
            <a:ext cx="3392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強制する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8513064" y="3364992"/>
            <a:ext cx="3392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大事なルールを、文章でのお願いから決定論的な強制へ移します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726680" y="3968496"/>
            <a:ext cx="4434840" cy="1051560"/>
          </a:xfrm>
          <a:prstGeom prst="roundRect">
            <a:avLst>
              <a:gd name="adj" fmla="val 5217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7982712" y="4169664"/>
            <a:ext cx="384048" cy="38404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982712" y="41696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8513064" y="4187952"/>
            <a:ext cx="3392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減らす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8513064" y="4535424"/>
            <a:ext cx="3392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効いていないルールを落とします。足したときは、減らす候補も一緒に考えます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502920" y="5029200"/>
            <a:ext cx="6949440" cy="868680"/>
          </a:xfrm>
          <a:prstGeom prst="roundRect">
            <a:avLst>
              <a:gd name="adj" fmla="val 6316"/>
            </a:avLst>
          </a:prstGeom>
          <a:solidFill>
            <a:srgbClr val="E7EFEB"/>
          </a:solidFill>
          <a:ln w="6350">
            <a:solidFill>
              <a:srgbClr val="E7EF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758952" y="5212080"/>
            <a:ext cx="64373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新しいルールを書くのは最後です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58952" y="5596128"/>
            <a:ext cx="64373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よかれと思って足したルールが、かえって邪魔をすることがあります。まず接続し、次に強制し、そのうえで減らしてください。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7726680" y="5166360"/>
            <a:ext cx="4434840" cy="731520"/>
          </a:xfrm>
          <a:prstGeom prst="roundRect">
            <a:avLst>
              <a:gd name="adj" fmla="val 7500"/>
            </a:avLst>
          </a:prstGeom>
          <a:solidFill>
            <a:srgbClr val="F3EAE6"/>
          </a:solidFill>
          <a:ln w="6350">
            <a:solidFill>
              <a:srgbClr val="F3EAE6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7" name="Text 24"/>
          <p:cNvSpPr txBox="1"/>
          <p:nvPr/>
        </p:nvSpPr>
        <p:spPr>
          <a:xfrm>
            <a:off x="7982712" y="5349240"/>
            <a:ext cx="39227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33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効果を測らないと回せません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982712" y="5733288"/>
            <a:ext cx="3922776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何が効いたか分からないままだと、この三つの順序自体が回りません。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はじめに · 07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 は四つの象限をこう埋めます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4420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298448"/>
            <a:ext cx="3703320" cy="1463040"/>
          </a:xfrm>
          <a:prstGeom prst="roundRect">
            <a:avLst>
              <a:gd name="adj" fmla="val 3750"/>
            </a:avLst>
          </a:prstGeom>
          <a:solidFill>
            <a:srgbClr val="F1F1EF"/>
          </a:solidFill>
          <a:ln w="6350">
            <a:solidFill>
              <a:srgbClr val="F1F1EF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58952" y="1481328"/>
            <a:ext cx="31912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計算的ガイド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58952" y="1865376"/>
            <a:ext cx="31912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hook・manifest（.claude/rig.md）・recipe・scaffold です。作業を始める前に、走らせ方と既定値を決めておきます。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389120" y="1298448"/>
            <a:ext cx="3703320" cy="1463040"/>
          </a:xfrm>
          <a:prstGeom prst="roundRect">
            <a:avLst>
              <a:gd name="adj" fmla="val 3750"/>
            </a:avLst>
          </a:prstGeom>
          <a:solidFill>
            <a:srgbClr val="E7EFEB"/>
          </a:solidFill>
          <a:ln w="6350">
            <a:solidFill>
              <a:srgbClr val="E7EF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645152" y="1481328"/>
            <a:ext cx="31912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計算的センサー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645152" y="1865376"/>
            <a:ext cx="31912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acceptance-gate の機械検証（build / lint / test / 型）と、決定論センサー（秘密情報・インジェクション・破壊的コマンド・ゲート改竄・schema-diff）です。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2898648"/>
            <a:ext cx="3703320" cy="1463040"/>
          </a:xfrm>
          <a:prstGeom prst="roundRect">
            <a:avLst>
              <a:gd name="adj" fmla="val 3750"/>
            </a:avLst>
          </a:prstGeom>
          <a:solidFill>
            <a:srgbClr val="F1F1EF"/>
          </a:solidFill>
          <a:ln w="6350">
            <a:solidFill>
              <a:srgbClr val="F1F1EF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58952" y="3081528"/>
            <a:ext cx="31912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推論的ガイド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58952" y="3465576"/>
            <a:ext cx="31912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persona・instruction・知識層の wiki です。ドメインの前提を、判断する側に持たせます。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89120" y="2898648"/>
            <a:ext cx="3703320" cy="1463040"/>
          </a:xfrm>
          <a:prstGeom prst="roundRect">
            <a:avLst>
              <a:gd name="adj" fmla="val 3750"/>
            </a:avLst>
          </a:prstGeom>
          <a:solidFill>
            <a:srgbClr val="F1F1EF"/>
          </a:solidFill>
          <a:ln w="6350">
            <a:solidFill>
              <a:srgbClr val="F1F1EF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4645152" y="3081528"/>
            <a:ext cx="31912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推論的センサー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645152" y="3465576"/>
            <a:ext cx="31912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 persona による並列レビューです。読み取り専用をプロセスレベルで強制し、drill で検出率を実測します。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02920" y="4526280"/>
            <a:ext cx="7589520" cy="1325880"/>
          </a:xfrm>
          <a:prstGeom prst="roundRect">
            <a:avLst>
              <a:gd name="adj" fmla="val 4138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758952" y="4709160"/>
            <a:ext cx="70774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2×2 の外にも、rig 固有のものが二つあります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58952" y="5093208"/>
            <a:ext cx="70774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一つは隔離です。判定が終わるまで、成果物は作業ツリーに触れません。もう一つは記録です。何を試して、どの基準で、なぜ受け入れた（あるいは拒否した）かが run log と監査証跡に残ります。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366760" y="1298448"/>
            <a:ext cx="3291840" cy="3246120"/>
          </a:xfrm>
          <a:prstGeom prst="roundRect">
            <a:avLst>
              <a:gd name="adj" fmla="val 1690"/>
            </a:avLst>
          </a:prstGeom>
          <a:solidFill>
            <a:srgbClr val="F3EAE6"/>
          </a:solidFill>
          <a:ln w="6350">
            <a:solidFill>
              <a:srgbClr val="F3EAE6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8622792" y="1481328"/>
            <a:ext cx="27797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33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引き受けないこと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622792" y="1865376"/>
            <a:ext cx="2779776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・IDE や GUI の提供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・汎用エージェント群のプラットフォーム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・複数モデルの回答を混ぜて一つにすること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・ワークフロー DSL の表現力競争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が複数モデルを使うのは、検証役を生成役から独立させるためです。答えを合成するためではありません。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366760" y="4709160"/>
            <a:ext cx="3291840" cy="1143000"/>
          </a:xfrm>
          <a:prstGeom prst="roundRect">
            <a:avLst>
              <a:gd name="adj" fmla="val 4800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622792" y="4892040"/>
            <a:ext cx="27797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はっきり目標にしていること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8622792" y="5276088"/>
            <a:ext cx="27797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他のオーケストレータが作った成果物にも、同じ受け入れ契約を当てます（workbench.py import）。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C1C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01168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第一部　rig を知る</a:t>
            </a:r>
            <a:endParaRPr lang="en-US" sz="4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38328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C9C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ここからは、その仕組みが実際にどう動くかを見ていきます。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C9C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分類、隔離、ゲート、受け入れの順です。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0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README.ja.md §5〜§12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 01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 とは何か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4420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困るのは AI が間違えることではありません。間違えたことに誰も気づかないまま、本体に混ざってしまうことです。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783080"/>
            <a:ext cx="2121408" cy="1508760"/>
          </a:xfrm>
          <a:prstGeom prst="roundRect">
            <a:avLst>
              <a:gd name="adj" fmla="val 3636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58952" y="1984248"/>
            <a:ext cx="384048" cy="38404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58952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289304" y="2002536"/>
            <a:ext cx="1078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分類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758952" y="2606040"/>
            <a:ext cx="16093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bugfix / feature / refactor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review / documentation …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70632" y="1783080"/>
            <a:ext cx="2121408" cy="1508760"/>
          </a:xfrm>
          <a:prstGeom prst="roundRect">
            <a:avLst>
              <a:gd name="adj" fmla="val 3636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026664" y="1984248"/>
            <a:ext cx="384048" cy="38404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026664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557016" y="2002536"/>
            <a:ext cx="1078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recipe 選択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3026664" y="2606040"/>
            <a:ext cx="16093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選んだ理由を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先に一行で出す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38344" y="1783080"/>
            <a:ext cx="2121408" cy="1508760"/>
          </a:xfrm>
          <a:prstGeom prst="roundRect">
            <a:avLst>
              <a:gd name="adj" fmla="val 3636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294376" y="1984248"/>
            <a:ext cx="384048" cy="38404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294376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824728" y="2002536"/>
            <a:ext cx="1078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隔離 worktree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5294376" y="2606040"/>
            <a:ext cx="16093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作業ツリーとは別の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使い捨てブランチ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306056" y="1783080"/>
            <a:ext cx="2121408" cy="1508760"/>
          </a:xfrm>
          <a:prstGeom prst="roundRect">
            <a:avLst>
              <a:gd name="adj" fmla="val 3636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562088" y="1984248"/>
            <a:ext cx="384048" cy="38404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562088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8092440" y="2002536"/>
            <a:ext cx="1078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acceptance-gate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7562088" y="2606040"/>
            <a:ext cx="16093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機械的な基準で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合否を判定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573768" y="1783080"/>
            <a:ext cx="2121408" cy="1508760"/>
          </a:xfrm>
          <a:prstGeom prst="roundRect">
            <a:avLst>
              <a:gd name="adj" fmla="val 3636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9829800" y="1984248"/>
            <a:ext cx="384048" cy="38404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829800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10360152" y="2002536"/>
            <a:ext cx="1078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 / discard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9829800" y="2606040"/>
            <a:ext cx="16093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反映は staged まで。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判断は常に人間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502920" y="35204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最初に外しておく誤解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02920" y="3840480"/>
            <a:ext cx="3593592" cy="1737360"/>
          </a:xfrm>
          <a:prstGeom prst="roundRect">
            <a:avLst>
              <a:gd name="adj" fmla="val 3158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758952" y="4023360"/>
            <a:ext cx="30815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品質を自動で生む道具ではありません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758952" y="4407408"/>
            <a:ext cx="30815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あなたが決めた品質基準を、AI に無視させないための道具です。基準を作るのは人間の仕事のままで、rig の仕事は強制と測定です。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279392" y="3840480"/>
            <a:ext cx="3593592" cy="1737360"/>
          </a:xfrm>
          <a:prstGeom prst="roundRect">
            <a:avLst>
              <a:gd name="adj" fmla="val 3158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4535424" y="4023360"/>
            <a:ext cx="30815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そのかわり、対価があります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4535424" y="4407408"/>
            <a:ext cx="30815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隔離と検証と記録のために、速度とトークンをわざと払っています。速く書かせたいだけなら、モデルに直接頼むほうが速いです。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8055864" y="3840480"/>
            <a:ext cx="3602736" cy="1737360"/>
          </a:xfrm>
          <a:prstGeom prst="roundRect">
            <a:avLst>
              <a:gd name="adj" fmla="val 3158"/>
            </a:avLst>
          </a:prstGeom>
          <a:solidFill>
            <a:srgbClr val="E7EFEB"/>
          </a:solidFill>
          <a:ln w="6350">
            <a:solidFill>
              <a:srgbClr val="E7EF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8311896" y="4023360"/>
            <a:ext cx="3090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効いてくる場面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8311896" y="4407408"/>
            <a:ext cx="3090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失敗したときのコストが速度より高い場面です。本番に触れるコード、他人が読むコード、あとで誰も検証しないコードが当てはまります。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 02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直接頼む場合と、何が違うか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4420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377440"/>
                <a:gridCol w="28346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観点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モデルに直接頼む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rig 経由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失敗した変更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作業ツリーに残る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worktree ごと破棄、本体は無傷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「できました」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信じるしかない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acceptance-gate の合否が根拠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レビューの質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不明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検出率を drill で実測できる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何が起きたか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チャットログ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log・監査証跡・署名つき来歴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並列実行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同じツリーを取り合う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 ごとに別 worktree／別 branch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中断・圧縮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静かに素の作業へ戻る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状態ヘッダに再アンカーする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726680" y="1371600"/>
            <a:ext cx="3931920" cy="2194560"/>
          </a:xfrm>
          <a:prstGeom prst="roundRect">
            <a:avLst>
              <a:gd name="adj" fmla="val 2500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982712" y="1554480"/>
            <a:ext cx="34198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 の現在地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982712" y="1938528"/>
            <a:ext cx="34198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安全性の核になる部分は実装済みで、リポジトリ自身のテストで裏づけがあります。分類・隔離・acceptance-gate・明示的な accept と discard です。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その上の観測系（drill・board・stats・GitHub 連携）は使えますが、まだ発展途中です。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726680" y="3703320"/>
            <a:ext cx="3931920" cy="1874520"/>
          </a:xfrm>
          <a:prstGeom prst="roundRect">
            <a:avLst>
              <a:gd name="adj" fmla="val 2927"/>
            </a:avLst>
          </a:prstGeom>
          <a:solidFill>
            <a:srgbClr val="F3EAE6"/>
          </a:solidFill>
          <a:ln w="6350">
            <a:solidFill>
              <a:srgbClr val="F3EAE6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7982712" y="3886200"/>
            <a:ext cx="34198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33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正直なスコープ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982712" y="4270248"/>
            <a:ext cx="341985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このプロジェクトは、まだ出していない機能を Planned として載せない方針です。表に無いコマンドは、まだ出荷されていません。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02920" y="4251960"/>
            <a:ext cx="6949440" cy="1600200"/>
          </a:xfrm>
          <a:prstGeom prst="roundRect">
            <a:avLst>
              <a:gd name="adj" fmla="val 3429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758952" y="4434840"/>
            <a:ext cx="64373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隔離が task ごとに閉じていると、何が嬉しいか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58952" y="4818888"/>
            <a:ext cx="64373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複数のタスクを同時に走らせても、別々の worktree と branch なので安全です。/rig:queue に積んで一括で GO しても、並列プロセスがファイルを取り合うことはありません。終わったあとは /rig:go board を見れば、どの端末のどのプロセスが動かしたかに関わらず、全タスクの状態が一つの表に出ます。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 03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入口は二つ。中身は同じエンジン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4420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5486400" cy="2148840"/>
          </a:xfrm>
          <a:prstGeom prst="roundRect">
            <a:avLst>
              <a:gd name="adj" fmla="val 2553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527048"/>
            <a:ext cx="384048" cy="38404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8952" y="1527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289304" y="1545336"/>
            <a:ext cx="4443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の中では、プラグイン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289304" y="1892808"/>
            <a:ext cx="444398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スラッシュコマンドはここから来ます。安全フローは一通りこれだけで動きます。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1289304" y="2542032"/>
            <a:ext cx="4572000" cy="713232"/>
          </a:xfrm>
          <a:prstGeom prst="roundRect">
            <a:avLst>
              <a:gd name="adj" fmla="val 6410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1490472" y="2688336"/>
            <a:ext cx="41696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/plugin marketplace add itoh-shun/sito-plugins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/plugin install rig@sito-plugins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55080" y="1325880"/>
            <a:ext cx="5486400" cy="2148840"/>
          </a:xfrm>
          <a:prstGeom prst="roundRect">
            <a:avLst>
              <a:gd name="adj" fmla="val 2553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611112" y="1527048"/>
            <a:ext cx="384048" cy="38404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611112" y="1527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141464" y="1545336"/>
            <a:ext cx="4443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それ以外の場所では、rig-wb CLI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141464" y="1892808"/>
            <a:ext cx="444398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やスクリプト、別のアシスタント（Codex / Cursor）から、同じ recipe とゲートを回せます。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141464" y="2542032"/>
            <a:ext cx="4572000" cy="713232"/>
          </a:xfrm>
          <a:prstGeom prst="roundRect">
            <a:avLst>
              <a:gd name="adj" fmla="val 6410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7342632" y="2688336"/>
            <a:ext cx="41696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pipx install git+https://github.com/itoh-shun/rig.git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rig-wb version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358444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両方は要りません。二つ目が必要なのは、Claude Code の外にあるものを同じ recipe とゲートに通したいときだけです。/rig:setup を使えば、Claude Code の中から入れられます。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02920" y="39684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最初の三十秒。設定はゼロで始められます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02920" y="4261104"/>
            <a:ext cx="5486400" cy="1572768"/>
          </a:xfrm>
          <a:prstGeom prst="roundRect">
            <a:avLst>
              <a:gd name="adj" fmla="val 2907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704088" y="4407408"/>
            <a:ext cx="50840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/rig:go "ログインバグを直して"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/rig:go "このPRを厳しめにレビューして"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/rig:go "今の変更が安全か確認して"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/rig:go diff      # 何が変わったか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/rig:go accept    # 反映（gate 未達なら拒否）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/rig:go discard   # 破棄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355080" y="4261104"/>
            <a:ext cx="5486400" cy="1572768"/>
          </a:xfrm>
          <a:prstGeom prst="roundRect">
            <a:avLst>
              <a:gd name="adj" fmla="val 2907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6556248" y="4407408"/>
            <a:ext cx="50840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rig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task:     ログインバグを直して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detected: bugfix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recipe:   bugfix — 「バグ」「直して」を検出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mode:     isolated worktree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gate:     standard + bugfix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59070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manifest も gates.json も persona 設定も要りません。すべて後から足せます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6355080" y="59070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なぜその段取りになったかを、走り出す前に一行で出します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 04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 が安全だと言える四つの理由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4420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2801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安全だと言えるのは、次の四つが文章ではなく配線として入っているからです。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5486400" cy="1874520"/>
          </a:xfrm>
          <a:prstGeom prst="roundRect">
            <a:avLst>
              <a:gd name="adj" fmla="val 2927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58952" y="1892808"/>
            <a:ext cx="384048" cy="38404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58952" y="1892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289304" y="1911096"/>
            <a:ext cx="4443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隔離された worktree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89304" y="2258568"/>
            <a:ext cx="44439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タスクごとに専用の worktree と使い捨てブランチを作ります。rig があなたの作業ツリーに直接書き込むことはありません。失敗しても中断しても手元は汚れませんし、隔離がタスクごとに閉じているので同時実行も安全です。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355080" y="1691640"/>
            <a:ext cx="5486400" cy="1874520"/>
          </a:xfrm>
          <a:prstGeom prst="roundRect">
            <a:avLst>
              <a:gd name="adj" fmla="val 2927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611112" y="1892808"/>
            <a:ext cx="384048" cy="38404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11112" y="1892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141464" y="1911096"/>
            <a:ext cx="4443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acceptance-gate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7141464" y="2258568"/>
            <a:ext cx="44439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「完了しました」と言われても完了にはなりません。無関係な差分・テスト・型・リスク記述・秘密情報を機械的に確認して、はじめて反映候補になります。failed か pending が一件でも残っていれば accept は拒否されます（exit 1）。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02920" y="3749040"/>
            <a:ext cx="5486400" cy="1874520"/>
          </a:xfrm>
          <a:prstGeom prst="roundRect">
            <a:avLst>
              <a:gd name="adj" fmla="val 2927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58952" y="3950208"/>
            <a:ext cx="384048" cy="38404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58952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289304" y="3968496"/>
            <a:ext cx="4443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read-only な検証役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289304" y="4315968"/>
            <a:ext cx="44439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実装する AI と検証する AI を分け、検証側はプロセスレベルで読み取り専用に固定します。お願いではなく強制です。判定の一次証拠に使うのは自己申告のレポートではなく、worktree の実際の git diff です。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355080" y="3749040"/>
            <a:ext cx="5486400" cy="1874520"/>
          </a:xfrm>
          <a:prstGeom prst="roundRect">
            <a:avLst>
              <a:gd name="adj" fmla="val 2927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611112" y="3950208"/>
            <a:ext cx="384048" cy="38404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611112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141464" y="3968496"/>
            <a:ext cx="4443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明示的な accept と、消えない記録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141464" y="4315968"/>
            <a:ext cx="44439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 は squash merge で staged（未コミット）まで進めます。コミットは常に人間が打ちます。discard しても run log は残るので、何を試してなぜ捨てたかを後から辿れます。構造的な前提は --force でも通りません。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 05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柱 ① 隔離された worktree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4420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325880"/>
            <a:ext cx="5394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タスクごとに専用の git worktree と使い捨てブランチを作ります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レビューや調査のような読み取り専用のタスクは、--no-worktree で worktree ごと省略できます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discard は worktree と branch を消しますが、run log（.rig/runs/）は残ります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並列で実行しても別の worktree と branch なので、プロセス同士がファイルを取り合いません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72200" y="1325880"/>
            <a:ext cx="5669280" cy="2331720"/>
          </a:xfrm>
          <a:prstGeom prst="roundRect">
            <a:avLst>
              <a:gd name="adj" fmla="val 1961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373368" y="1472184"/>
            <a:ext cx="5266944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&lt;repoの親&gt;/rig-worktrees/&lt;repo名&gt;/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rig-20260704-153012-login-fix/   ← 使い捨て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&lt;repo&gt;/.rig/runs/rig-20260704-153012-login-fix/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task.json        入力 / recipe / base branch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steps.json       step ごとの進行状態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acceptance.json  基準ごとの合否と根拠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diff.md          Summary / Risk / Tests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379476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複数タスクを同時に走らせる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4114800"/>
            <a:ext cx="6309360" cy="1463040"/>
          </a:xfrm>
          <a:prstGeom prst="roundRect">
            <a:avLst>
              <a:gd name="adj" fmla="val 3125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04088" y="4261104"/>
            <a:ext cx="590702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/rig:queue add "ログイン画面のバグを直して"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/rig:queue add "在庫一覧に検索機能を追加して"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/rig:queue go --provider rig --max-parallel 3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086600" y="4114800"/>
            <a:ext cx="4754880" cy="1463040"/>
          </a:xfrm>
          <a:prstGeom prst="roundRect">
            <a:avLst>
              <a:gd name="adj" fmla="val 3750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342632" y="4297680"/>
            <a:ext cx="42428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queue は accept までは進めません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7342632" y="4681728"/>
            <a:ext cx="42428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 の verifier が見るのは二つだけです。gate が確定したか、worktree の中で完結して本体に書いていないか。反映するかどうかの判断は人間に残ります。終わったら /rig:go board で確認してください。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 06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柱 ② acceptance-gate は standard と種別プリセットの合成です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4420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758952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63550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基準の例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standard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task_intent_satisfied / no_unrelated_diff / diff_summary_written / risk_summary_written /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tests_pass_or_explained / no_secret_leak / no_gate_tampering / no_injection_markers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bugfix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bug_cause_identified / fix_is_minimal / regression_test_added_or_explained /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existing_behavior_preserved / no_unrelated_refactor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feature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requirement_summary_written / implementation_matches_requirement /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tests_added_or_explained / public_api_changes_documented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refactor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behavior_boundaries_identified / no_unintended_behavior_change /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tests_confirm_behavior_preserved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review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findings_are_concrete / severity_labeled / file_references_included /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false_positive_risk_considered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security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authn_authz_impact_checked / user_input_flow_checked / secret_exposure_checked /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dependency_risk_checked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298448"/>
            <a:ext cx="3291840" cy="1965960"/>
          </a:xfrm>
          <a:prstGeom prst="roundRect">
            <a:avLst>
              <a:gd name="adj" fmla="val 2791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8622792" y="1481328"/>
            <a:ext cx="27797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状態は四つ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622792" y="1865376"/>
            <a:ext cx="27797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各基準は根拠つきで passed / failed / warning / skipped として記録されます。全体は passed / passed_with_warnings / failed / pending に集約されます。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366760" y="3383280"/>
            <a:ext cx="3291840" cy="2286000"/>
          </a:xfrm>
          <a:prstGeom prst="roundRect">
            <a:avLst>
              <a:gd name="adj" fmla="val 2400"/>
            </a:avLst>
          </a:prstGeom>
          <a:solidFill>
            <a:srgbClr val="F3EAE6"/>
          </a:solidFill>
          <a:ln w="6350">
            <a:solidFill>
              <a:srgbClr val="F3EAE6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8622792" y="3566160"/>
            <a:ext cx="27797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33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 が止まる条件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8622792" y="3950208"/>
            <a:ext cx="277977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 か pending が一件でも残っていれば、accept は機械的に拒否されます（exit 1）。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 は accept を止めません。ただし必ず提示されるので、黙って握りつぶされることはありません。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02920" y="580644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正本は scripts/workbench.py gates です。プロジェクト側は .rig/gates.json の extra_criteria で基準を足せます。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 07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基準は自己申告ではなく、機械センサーが裏づけます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4420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298448"/>
            <a:ext cx="5486400" cy="1078992"/>
          </a:xfrm>
          <a:prstGeom prst="roundRect">
            <a:avLst>
              <a:gd name="adj" fmla="val 5085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58952" y="1481328"/>
            <a:ext cx="4974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no_secret_leak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758952" y="1865376"/>
            <a:ext cx="4974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diff に決定論的なシークレットスキャンをかけます。検出があれば failed です。抜粋は常にマスクされます。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355080" y="1298448"/>
            <a:ext cx="5486400" cy="1078992"/>
          </a:xfrm>
          <a:prstGeom prst="roundRect">
            <a:avLst>
              <a:gd name="adj" fmla="val 5085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611112" y="1481328"/>
            <a:ext cx="4974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no_injection_markers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6611112" y="1865376"/>
            <a:ext cx="4974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文章面のインジェクション・マーカーを探します。不可視文字や bidi Unicode は fail、指示を上書きする言い回しは warning です。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2532888"/>
            <a:ext cx="5486400" cy="1078992"/>
          </a:xfrm>
          <a:prstGeom prst="roundRect">
            <a:avLst>
              <a:gd name="adj" fmla="val 5085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58952" y="2715768"/>
            <a:ext cx="4974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no_destructive_operation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758952" y="3099816"/>
            <a:ext cx="4974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破壊的なコマンドを探します。rm -rf / ・mkfs・DROP DATABASE は fail、force push や TRUNCATE は warning です。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355080" y="2532888"/>
            <a:ext cx="5486400" cy="1078992"/>
          </a:xfrm>
          <a:prstGeom prst="roundRect">
            <a:avLst>
              <a:gd name="adj" fmla="val 5085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611112" y="2715768"/>
            <a:ext cx="4974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no_gate_tampering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611112" y="3099816"/>
            <a:ext cx="4974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gates.json・recipes・CI workflow を編集していたら fail です。既存テストの改変・assert 削除・skip 追加は warning になります。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02920" y="3767328"/>
            <a:ext cx="5486400" cy="1078992"/>
          </a:xfrm>
          <a:prstGeom prst="roundRect">
            <a:avLst>
              <a:gd name="adj" fmla="val 5085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758952" y="3950208"/>
            <a:ext cx="4974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public_api_changes_documented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58952" y="4334256"/>
            <a:ext cx="4974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 の schema-diff を取ります。API が変わったのに diff サマリに記述が無ければ warning に落とします。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355080" y="3767328"/>
            <a:ext cx="5486400" cy="1078992"/>
          </a:xfrm>
          <a:prstGeom prst="roundRect">
            <a:avLst>
              <a:gd name="adj" fmla="val 5085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611112" y="3950208"/>
            <a:ext cx="4974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prompt_regression_passed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6611112" y="4334256"/>
            <a:ext cx="4974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 が prompt 面に触れたときだけ自動で足されます。--set による手動上書きを拒否する唯一の基準です。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02920" y="5120640"/>
            <a:ext cx="11155680" cy="868680"/>
          </a:xfrm>
          <a:prstGeom prst="roundRect">
            <a:avLst>
              <a:gd name="adj" fmla="val 6316"/>
            </a:avLst>
          </a:prstGeom>
          <a:solidFill>
            <a:srgbClr val="E7EFEB"/>
          </a:solidFill>
          <a:ln w="6350">
            <a:solidFill>
              <a:srgbClr val="E7EF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758952" y="5303520"/>
            <a:ext cx="106436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設定は足す方向にしか動きません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58952" y="5687568"/>
            <a:ext cx="106436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プロジェクトは .rig/gates.json で独自の基準を足せます。ただし組み込み基準の削除キーや緩和キーは、その場で拒否されます。リポジトリの中のファイルが、そのリポジトリを守るゲートを弱めることはできません。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 08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柱 ③ read-only な検証役　／　柱 ④ 明示的な accept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4420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28016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 検証役はプロセスレベルで読み取り専用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1572768"/>
            <a:ext cx="5486400" cy="731520"/>
          </a:xfrm>
          <a:prstGeom prst="roundRect">
            <a:avLst>
              <a:gd name="adj" fmla="val 6250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04088" y="1719072"/>
            <a:ext cx="50840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--allowedTools Read,Grep,Glob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codex  --sandbox read-only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2468880"/>
            <a:ext cx="5486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見て、grep して、指摘を書くことはできます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編集も commit も、formatter による書き換えもできません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判定の一次証拠は worktree の実際の git diff です。生成側のレポートは「未検証の主張」として渡されるだけです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この制限が実装として効いていることは、orchestrate.py probe がプロバイダごとに確認します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355080" y="128016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 accept は staged で止まり、記録は消えません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355080" y="1572768"/>
            <a:ext cx="5486400" cy="1417320"/>
          </a:xfrm>
          <a:prstGeom prst="roundRect">
            <a:avLst>
              <a:gd name="adj" fmla="val 3226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556248" y="1719072"/>
            <a:ext cx="508406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rig accept — accept_requirements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✓ worktree_exists            構造的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✓ base_branch_recorded       構造的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✓ diff_summary_generated     構造的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✓ acceptance_gate_not_failed 上書き可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✓ no_unrelated_diff          上書き可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6355080" y="3154680"/>
            <a:ext cx="5486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構造的な前提は --force でも通りません。diff.md が無ければ accept できません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上書きした場合は forced: true として記録され、あとから消せません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反映は squash merge の staged までです。コミットは常に人間が打ちます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discard は変更ファイルの一覧を必ず先に見せ、--yes を求めます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448056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中断しても、黙って素の作業には戻りません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4773168"/>
            <a:ext cx="5486400" cy="868680"/>
          </a:xfrm>
          <a:prstGeom prst="roundRect">
            <a:avLst>
              <a:gd name="adj" fmla="val 5263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704088" y="4919472"/>
            <a:ext cx="508406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rig | task: rig-20260704-153012-login-fix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| recipe: bugfix | step: test (4/7)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| gate: pending | mode: isolated worktree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355080" y="4773168"/>
            <a:ext cx="5486400" cy="868680"/>
          </a:xfrm>
          <a:prstGeom prst="roundRect">
            <a:avLst>
              <a:gd name="adj" fmla="val 6316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611112" y="4956048"/>
            <a:ext cx="4974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文脈が圧縮されても残ります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611112" y="5340096"/>
            <a:ext cx="497433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PreCompact フックが run-state の保全指示を差し込みます。/rig:init を使えば、同じ保全文を CLAUDE.md の Compact Instructions にも置けます。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 09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中身は四種類のブリックで、LEGO のように組み合わせます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4420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298448"/>
            <a:ext cx="2651760" cy="1828800"/>
          </a:xfrm>
          <a:prstGeom prst="roundRect">
            <a:avLst>
              <a:gd name="adj" fmla="val 3000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58952" y="1481328"/>
            <a:ext cx="21396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58952" y="1865376"/>
            <a:ext cx="21396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誰が判定するか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security-reviewer / design-reviewer / test-reviewer …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37560" y="1298448"/>
            <a:ext cx="2651760" cy="1828800"/>
          </a:xfrm>
          <a:prstGeom prst="roundRect">
            <a:avLst>
              <a:gd name="adj" fmla="val 3000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593592" y="1481328"/>
            <a:ext cx="21396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instruction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593592" y="1865376"/>
            <a:ext cx="21396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何をするか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手順そのものです。薄く保たれ、エンジンには触れません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72200" y="1298448"/>
            <a:ext cx="2651760" cy="1828800"/>
          </a:xfrm>
          <a:prstGeom prst="roundRect">
            <a:avLst>
              <a:gd name="adj" fmla="val 3000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28232" y="1481328"/>
            <a:ext cx="21396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428232" y="1865376"/>
            <a:ext cx="21396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どう分配し、どうゲートするか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isolated-worktree / acceptance-gate / serial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006840" y="1298448"/>
            <a:ext cx="2651760" cy="1828800"/>
          </a:xfrm>
          <a:prstGeom prst="roundRect">
            <a:avLst>
              <a:gd name="adj" fmla="val 3000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9262872" y="1481328"/>
            <a:ext cx="21396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recipe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9262872" y="1865376"/>
            <a:ext cx="21396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の束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bugfix / feature / review-only / release-flow / hotfix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2918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/rig:go はこの組み立てを自動でやります。/rig:dev は同じエンジンを、recipe・step・flag をすべて自分で指定して使う入口です。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3657600"/>
            <a:ext cx="5852160" cy="1417320"/>
          </a:xfrm>
          <a:prstGeom prst="roundRect">
            <a:avLst>
              <a:gd name="adj" fmla="val 3226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04088" y="3803904"/>
            <a:ext cx="544982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/rig:dev --plan --only review "現在の変更"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/rig:dev --recipe release-flow --design "機能X"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/rig:dev --recipe hotfix --issue 1234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/rig:dev --list        # 全 tier の recipe</a:t>
            </a:r>
            <a:endParaRPr lang="en-US" sz="1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20840" y="3657600"/>
          <a:ext cx="49377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200400"/>
              </a:tblGrid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主な flag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意味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--adversarial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敵対的レビュー step を追加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--persona &lt;name&gt;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カスタム reviewer を fan-out に追加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--verify-findings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 根拠を独立に敵対的検証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--autonomous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 ゲートを省略（acceptance-gate は残る）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Text 19"/>
          <p:cNvSpPr txBox="1"/>
          <p:nvPr/>
        </p:nvSpPr>
        <p:spPr>
          <a:xfrm>
            <a:off x="502920" y="525780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とブリックの完全な一覧は skills/engine/SKILL.md が正本です。README には複製しません。二重に書くと目録がずれるためです。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 10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レビュアーの実力は測れます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4420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28016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 persona は単なるプロンプトではありません。既知のバグを使い捨ての diff に仕込んでレビューを走らせ、reviewer には見せない答案キーと突き合わせて採点します。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1737360"/>
            <a:ext cx="1691640" cy="1234440"/>
          </a:xfrm>
          <a:prstGeom prst="roundRect">
            <a:avLst>
              <a:gd name="adj" fmla="val 4444"/>
            </a:avLst>
          </a:prstGeom>
          <a:solidFill>
            <a:srgbClr val="E7EFEB"/>
          </a:solidFill>
          <a:ln w="6350">
            <a:solidFill>
              <a:srgbClr val="E7EF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502920" y="184708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82%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243230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検出率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331720" y="1737360"/>
            <a:ext cx="1691640" cy="1234440"/>
          </a:xfrm>
          <a:prstGeom prst="roundRect">
            <a:avLst>
              <a:gd name="adj" fmla="val 4444"/>
            </a:avLst>
          </a:prstGeom>
          <a:solidFill>
            <a:srgbClr val="E7EFEB"/>
          </a:solidFill>
          <a:ln w="6350">
            <a:solidFill>
              <a:srgbClr val="E7EF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2331720" y="184708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2331720" y="243230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誤検知率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160520" y="1737360"/>
            <a:ext cx="1691640" cy="1234440"/>
          </a:xfrm>
          <a:prstGeom prst="roundRect">
            <a:avLst>
              <a:gd name="adj" fmla="val 4444"/>
            </a:avLst>
          </a:prstGeom>
          <a:solidFill>
            <a:srgbClr val="E7EFEB"/>
          </a:solidFill>
          <a:ln w="6350">
            <a:solidFill>
              <a:srgbClr val="E7EF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160520" y="184708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4160520" y="243230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重大度の精度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989320" y="1737360"/>
            <a:ext cx="1691640" cy="1234440"/>
          </a:xfrm>
          <a:prstGeom prst="roundRect">
            <a:avLst>
              <a:gd name="adj" fmla="val 4444"/>
            </a:avLst>
          </a:prstGeom>
          <a:solidFill>
            <a:srgbClr val="E7EFEB"/>
          </a:solidFill>
          <a:ln w="6350">
            <a:solidFill>
              <a:srgbClr val="E7EF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5989320" y="184708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81%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5989320" y="243230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 判断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092440" y="1737360"/>
            <a:ext cx="3566160" cy="1234440"/>
          </a:xfrm>
          <a:prstGeom prst="roundRect">
            <a:avLst>
              <a:gd name="adj" fmla="val 3704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8293608" y="1883664"/>
            <a:ext cx="316382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Missed Issues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SQL injection in search query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(src/search.py:88)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Missing authorization check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(src/api/users.py:120)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02920" y="3154680"/>
            <a:ext cx="5486400" cy="2377440"/>
          </a:xfrm>
          <a:prstGeom prst="roundRect">
            <a:avLst>
              <a:gd name="adj" fmla="val 2308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758952" y="3337560"/>
            <a:ext cx="4974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 の更新案は四カテゴリに固定されています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58952" y="3721608"/>
            <a:ext cx="497433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add_checklist_item ／ adjust_severity_rule ／ add_false_positive_guard ／ strengthen_security_focus の四つです。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曖昧な感想ではなく、run をまたいで集計できる形にするためです。--replay を使うと、persona を編集したあとにアーカイブ済みの diff へ再実行し、新旧の verdict を並べて見せます。本物のコードには一切触れません。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355080" y="31546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形だけのレビューも名指しします（/rig:go stats）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355080" y="3456432"/>
            <a:ext cx="5303520" cy="2075688"/>
          </a:xfrm>
          <a:prstGeom prst="roundRect">
            <a:avLst>
              <a:gd name="adj" fmla="val 2203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6556248" y="3602736"/>
            <a:ext cx="490118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Verifier behavior: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strict_senior_engineer: 14 runs, 6 rejects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product_reviewer:        6 runs, 0 rejects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Warning: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product_reviewer has 0 rejects across 6 runs.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Possible rubber-stamp behavior.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 11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コマンドの地図。上から順に、必要になってから覚えます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4420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5880"/>
          <a:ext cx="111556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6926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コマンド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/rig:go "&lt;タスク&gt;"　・　/rig:talk（会話的な入口）　・　/rig:dev（明示的な入口）　・　status / diff / accept / discard / log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観測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/rig:go board（複数 run の管制塔）　・　cockpit（Mission Control・read-only）　・　stats（過去 run の集計）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/rig:drill（reviewer の検出率を実測）　・　/rig:pr（既存 PR のレビュー）　・　/rig:qa（テストケース設計）　・　/rig:harness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/rig:knowledge（wiki 生成）　・　/rig:persona　・　/rig:catalog　・　/rig:import / export　・　/rig:forge（自己拡張）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/rig:brainstorm　・　/rig:tasks　・　/rig:goal　・　/rig:design　・　/rig:loop（繰り返しドライバ）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その他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/rig:queue（積んで一括実行）　・　/rig:init（リポジトリ初期設定）　・　/rig:govern（組織ガバナンス）　・　/rig:sec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4892040"/>
            <a:ext cx="5486400" cy="960120"/>
          </a:xfrm>
          <a:prstGeom prst="roundRect">
            <a:avLst>
              <a:gd name="adj" fmla="val 5714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58952" y="5074920"/>
            <a:ext cx="4974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最初の一日に要るもの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58952" y="5458968"/>
            <a:ext cx="49743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/rig:go と diff / accept / discard の四つだけです。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355080" y="4892040"/>
            <a:ext cx="5303520" cy="960120"/>
          </a:xfrm>
          <a:prstGeom prst="roundRect">
            <a:avLst>
              <a:gd name="adj" fmla="val 5714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6611112" y="5074920"/>
            <a:ext cx="47914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覚えなくていいもの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611112" y="5458968"/>
            <a:ext cx="4791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残り全部です。必要になった日に、この表へ戻ってきてください。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C1C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01168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第二部　pack で知識層を拡張する</a:t>
            </a:r>
            <a:endParaRPr lang="en-US" sz="4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38328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C9C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専用領域の知識を、口伝でもコピペでもなく、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C9C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バージョンとハッシュと出典を持った配布物として渡します。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0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docs/packs.md ／ rig_workbench/packs/model.py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 12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知識層とは何か。なぜ二種類あるのか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4420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298448"/>
            <a:ext cx="11155680" cy="868680"/>
          </a:xfrm>
          <a:prstGeom prst="roundRect">
            <a:avLst>
              <a:gd name="adj" fmla="val 6316"/>
            </a:avLst>
          </a:prstGeom>
          <a:solidFill>
            <a:srgbClr val="E7EFEB"/>
          </a:solidFill>
          <a:ln w="6350">
            <a:solidFill>
              <a:srgbClr val="E7EF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58952" y="1481328"/>
            <a:ext cx="106436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知識層とは、subagent のプロンプトに注入されるドメイン知識のことです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58952" y="1865376"/>
            <a:ext cx="106436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「この会社ではバックアップをこう定義している」「この製品のユビキタス言語はこれだ」。こうした、コードを読んでも出てこない事実を、レビュアーや実装役に持たせるための層です。</a:t>
            </a:r>
            <a:endParaRPr lang="en-US" sz="11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377440"/>
          <a:ext cx="76809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017520"/>
                <a:gridCol w="31089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セッション知識層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置き場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~/.claude/rig/knowledge/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&lt;repo&gt;/.claude/rig/knowledge/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.rig/packs/ ・ ~/.rig/packs/ ほか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作り方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/rig:knowledge で生成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rig-wb pack で組み立て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配布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できない（自分の環境限り）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zip / git リポジトリで配れる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版と改竄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管理しない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version・sha256・lock で固定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品質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本人の目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承認済み評価ケースが必須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向く場面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思いついたことを今すぐ効かせたい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チームや複数リポジトリに効かせたい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458200" y="2377440"/>
            <a:ext cx="3200400" cy="1600200"/>
          </a:xfrm>
          <a:prstGeom prst="roundRect">
            <a:avLst>
              <a:gd name="adj" fmla="val 3429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8714232" y="2560320"/>
            <a:ext cx="2688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手元で育てるなら前者で十分です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8714232" y="2944368"/>
            <a:ext cx="26883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書けばすぐ効きます。棚卸しも配布も要らないうちは、これで足ります。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8458200" y="4114800"/>
            <a:ext cx="3200400" cy="1828800"/>
          </a:xfrm>
          <a:prstGeom prst="roundRect">
            <a:avLst>
              <a:gd name="adj" fmla="val 3000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8714232" y="4297680"/>
            <a:ext cx="2688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人に渡すなら後者が要ります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714232" y="4681728"/>
            <a:ext cx="26883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誰が書いたのか。いつ見直したのか。根拠は何か。途中で書き換わっていないか。pack はこの四つを構造として持っています。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 13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 は事実を埋め込まず、wiki を参照します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4420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298448"/>
            <a:ext cx="5394960" cy="777240"/>
          </a:xfrm>
          <a:prstGeom prst="roundRect">
            <a:avLst>
              <a:gd name="adj" fmla="val 5882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04088" y="1444752"/>
            <a:ext cx="499262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persona: house-authenticity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inject: ["[[genre-house]]", "[[music-era-90s]]"]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2240280"/>
            <a:ext cx="5394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一つの概念につき、一枚の正準ページ。相互リンクは [[slug]]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 は事実を本文に埋め込まず、ページを参照します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埋め込むと知識が暗黙知になります。参照にしておけば、ページを一枚直すだけで、参照している全 persona の判断が同時に更新されます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書き先は /rig:knowledge の既定で global。--project を付けるとプロジェクト overlay になります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29844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[[slug]] は tier で解決され、上の層が勝ちます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1673352"/>
            <a:ext cx="310896" cy="310896"/>
          </a:xfrm>
          <a:prstGeom prst="ellipse">
            <a:avLst/>
          </a:prstGeom>
          <a:solidFill>
            <a:srgbClr val="C9CEC9"/>
          </a:solidFill>
          <a:ln w="12700">
            <a:solidFill>
              <a:srgbClr val="C9CEC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63640" y="16733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702552" y="16276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overlay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702552" y="186537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&lt;repo&gt;/.claude/rig/knowledge/wiki/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263640" y="2240280"/>
            <a:ext cx="310896" cy="310896"/>
          </a:xfrm>
          <a:prstGeom prst="ellipse">
            <a:avLst/>
          </a:prstGeom>
          <a:solidFill>
            <a:srgbClr val="C9CEC9"/>
          </a:solidFill>
          <a:ln w="12700">
            <a:solidFill>
              <a:srgbClr val="C9CEC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63640" y="22402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702552" y="219456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702552" y="2432304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~/.claude/rig/knowledge/wiki/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263640" y="2807208"/>
            <a:ext cx="310896" cy="310896"/>
          </a:xfrm>
          <a:prstGeom prst="ellipse">
            <a:avLst/>
          </a:prstGeom>
          <a:solidFill>
            <a:srgbClr val="C9CEC9"/>
          </a:solidFill>
          <a:ln w="12700">
            <a:solidFill>
              <a:srgbClr val="C9CEC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63640" y="28072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702552" y="276148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702552" y="299923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チームで共有する層（RIG_ORG_HOME）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263640" y="3374136"/>
            <a:ext cx="310896" cy="310896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63640" y="33741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702552" y="332841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 同梱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6702552" y="356616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&lt;pack&gt;/facets/knowledge/&lt;slug&gt;.md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263640" y="3941064"/>
            <a:ext cx="310896" cy="310896"/>
          </a:xfrm>
          <a:prstGeom prst="ellipse">
            <a:avLst/>
          </a:prstGeom>
          <a:solidFill>
            <a:srgbClr val="C9CEC9"/>
          </a:solidFill>
          <a:ln w="12700">
            <a:solidFill>
              <a:srgbClr val="C9CEC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263640" y="39410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6702552" y="389534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shipped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6702552" y="4133088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 が最初から持っているページ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02920" y="4434840"/>
            <a:ext cx="5394960" cy="1371600"/>
          </a:xfrm>
          <a:prstGeom prst="roundRect">
            <a:avLst>
              <a:gd name="adj" fmla="val 4000"/>
            </a:avLst>
          </a:prstGeom>
          <a:solidFill>
            <a:srgbClr val="E7EFEB"/>
          </a:solidFill>
          <a:ln w="6350">
            <a:solidFill>
              <a:srgbClr val="E7EF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58952" y="4617720"/>
            <a:ext cx="4882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 の persona は、まず自分の pack を見ます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58952" y="5001768"/>
            <a:ext cx="4882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は自分の persona に必要なページを同梱して持ち歩きます。同じ slug をプロジェクト側に置けば、これまでどおり上書きできます。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 14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 の type が決めるのは権限です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4420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73152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4023360"/>
                <a:gridCol w="173736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宣言できるアセット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host コマンド実行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knowledge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wiki・resource・評価ケースと結果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いいえ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policy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上記 ＋ policy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いいえ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reviewer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上記 ＋ persona・output-contract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いいえ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skill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すべてのプロンプト種別（instruction・recipe・pattern・command・agent）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いいえ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workflow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skill と同じ（違いは宣言された意図であって、権限ではない）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いいえ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tool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すべて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はい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092440" y="1298448"/>
            <a:ext cx="3566160" cy="2011680"/>
          </a:xfrm>
          <a:prstGeom prst="roundRect">
            <a:avLst>
              <a:gd name="adj" fmla="val 2727"/>
            </a:avLst>
          </a:prstGeom>
          <a:solidFill>
            <a:srgbClr val="F3EAE6"/>
          </a:solidFill>
          <a:ln w="6350">
            <a:solidFill>
              <a:srgbClr val="F3EAE6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8348472" y="1481328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33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右端の列が、この型モデルがある理由です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348472" y="1865376"/>
            <a:ext cx="30540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recipe に checks:（ホスト上で実行されるシェルコマンド）を書けるのは tool だけです。他の型が運ぶのは、プロバイダが読むテキストだけです。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092440" y="3429000"/>
            <a:ext cx="3566160" cy="1234440"/>
          </a:xfrm>
          <a:prstGeom prst="roundRect">
            <a:avLst>
              <a:gd name="adj" fmla="val 4444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8348472" y="3611880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 ≠ kind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8348472" y="3995928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kind（core / official / domain / project）は tier 順を決めるだけです。tier は権限ではありません。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8092440" y="4800600"/>
            <a:ext cx="3566160" cy="1097280"/>
          </a:xfrm>
          <a:prstGeom prst="roundRect">
            <a:avLst>
              <a:gd name="adj" fmla="val 5000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8348472" y="4983480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既定値を持たせていない理由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348472" y="5367528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既定値を置くと、その決定を「決めなかった人」に渡してしまうからです。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502920" y="4434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チームのドメイン知識を足すことが、そのままコマンド実行権限を渡すことになってはいけません。ここが型モデルの引く線です。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02920" y="4800600"/>
            <a:ext cx="7315200" cy="1097280"/>
          </a:xfrm>
          <a:prstGeom prst="roundRect">
            <a:avLst>
              <a:gd name="adj" fmla="val 5000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758952" y="4983480"/>
            <a:ext cx="68031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どの type を選ぶか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58952" y="5367528"/>
            <a:ext cx="6803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知識層を配るだけなら knowledge を選びます。persona も一緒に配るなら reviewer、recipe やコマンドまで含むなら skill です。必要以上に強い型を選ばないことが、そのまま受け取る側への安全保証になります。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 15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 を作る。init → sync → validate → doctor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4420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298448"/>
            <a:ext cx="6400800" cy="2148840"/>
          </a:xfrm>
          <a:prstGeom prst="roundRect">
            <a:avLst>
              <a:gd name="adj" fmla="val 2128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04088" y="1444752"/>
            <a:ext cx="5998464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rig-wb pack init my-domain --type knowledge \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--kind domain --root .rig/packs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initialized: .rig/packs/my-domain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1. write an asset  facets/knowledge/&lt;name&gt;.md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2. rig-wb pack sync .rig/packs/my-domain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3. rig-wb pack validate .rig/packs/my-domain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02920" y="3611880"/>
            <a:ext cx="6400800" cy="1234440"/>
          </a:xfrm>
          <a:prstGeom prst="roundRect">
            <a:avLst>
              <a:gd name="adj" fmla="val 3704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04088" y="3758184"/>
            <a:ext cx="599846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vi .rig/packs/my-domain/facets/knowledge/backup.md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rig-wb pack sync .rig/packs/my-domain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 facets/knowledge/backup.md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 sync: 1 asset(s) declared and hashed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02920" y="4983480"/>
            <a:ext cx="6400800" cy="914400"/>
          </a:xfrm>
          <a:prstGeom prst="roundRect">
            <a:avLst>
              <a:gd name="adj" fmla="val 5000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04088" y="5129784"/>
            <a:ext cx="59984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rig-wb pack doctor .rig/packs/my-domain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 doctor: warning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empty_pack: .rig/packs/my-domain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269480" y="1298448"/>
            <a:ext cx="4389120" cy="1508760"/>
          </a:xfrm>
          <a:prstGeom prst="roundRect">
            <a:avLst>
              <a:gd name="adj" fmla="val 3636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525512" y="1481328"/>
            <a:ext cx="38770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pack.yaml は手で編集しません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7525512" y="1865376"/>
            <a:ext cx="38770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全アセットをパスと sha256 で宣言し、検証のときに正準形とバイト単位で比較されます。つまり生成物であって、手書きするものではありません。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269480" y="2926080"/>
            <a:ext cx="4389120" cy="1508760"/>
          </a:xfrm>
          <a:prstGeom prst="roundRect">
            <a:avLst>
              <a:gd name="adj" fmla="val 3636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7525512" y="3108960"/>
            <a:ext cx="38770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sync はディレクトリを鏡写しにします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525512" y="3493008"/>
            <a:ext cx="38770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消したファイルは宣言からも消えます。書き換わるのは assets と hashes だけで、version・description・entrypoints はあなたのものです。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269480" y="4553712"/>
            <a:ext cx="4389120" cy="1344168"/>
          </a:xfrm>
          <a:prstGeom prst="roundRect">
            <a:avLst>
              <a:gd name="adj" fmla="val 4082"/>
            </a:avLst>
          </a:prstGeom>
          <a:solidFill>
            <a:srgbClr val="F3EAE6"/>
          </a:solidFill>
          <a:ln w="6350">
            <a:solidFill>
              <a:srgbClr val="F3EAE6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7525512" y="4736592"/>
            <a:ext cx="38770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33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 は「完成」という意味ではありません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525512" y="5120640"/>
            <a:ext cx="387705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空の pack もスキーマは満たすので valid と出ます。その状態は doctor が名指ししてくれます。警告では exit 0 を返し、failed だけがエラーです。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 16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wiki を入れると、評価ゲートが立ちます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4420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298448"/>
            <a:ext cx="11155680" cy="777240"/>
          </a:xfrm>
          <a:prstGeom prst="roundRect">
            <a:avLst>
              <a:gd name="adj" fmla="val 7059"/>
            </a:avLst>
          </a:prstGeom>
          <a:solidFill>
            <a:srgbClr val="E7EFEB"/>
          </a:solidFill>
          <a:ln w="6350">
            <a:solidFill>
              <a:srgbClr val="E7EF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58952" y="1481328"/>
            <a:ext cx="106436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wiki はプロンプト素材です。プロバイダに見せるテキストだからです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58952" y="1865376"/>
            <a:ext cx="10643616" cy="45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そのため wiki を持つ pack には、承認済みの評価ケースが最低一件必要です。会社の知識ページも、他のプロンプト面と同じ規律で扱われます。これは事故ではなく、意図された挙動です。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02920" y="2286000"/>
            <a:ext cx="6766560" cy="2606040"/>
          </a:xfrm>
          <a:prstGeom prst="roundRect">
            <a:avLst>
              <a:gd name="adj" fmla="val 1754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704088" y="2432304"/>
            <a:ext cx="6364224" cy="2313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rig-wb pack validate .rig/packs/my-domain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[ERROR] prompt-bearing pack requires at least one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evaluation case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draft は pack の外（プロジェクト側）に書く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.rig/evals/drafts/&lt;case-id&gt;/case.json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prompt_surfaces: ["wiki:backup-policy"]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rig-wb eval run &lt;case-id&gt; --phase baseline ...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rig-wb eval run &lt;case-id&gt; --phase current  ...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rig-wb eval compare --baseline ... --current ...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rig-wb eval promote &lt;case-id&gt; ... --into &lt;pack&gt;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rig-wb pack sync &amp;&amp; rig-wb pack validate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valid: my-domain@0.1.0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543800" y="2286000"/>
            <a:ext cx="4114800" cy="1371600"/>
          </a:xfrm>
          <a:prstGeom prst="roundRect">
            <a:avLst>
              <a:gd name="adj" fmla="val 4000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799832" y="2468880"/>
            <a:ext cx="36027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承認はフラグを立てることではありません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799832" y="2852928"/>
            <a:ext cx="36027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 は、閾値を満たさない証拠も、意味的ルーブリックが未判定のケースも拒否します。結果には署名がつくので、編集された結果は閾値を見る前に落ちます。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543800" y="3767328"/>
            <a:ext cx="4114800" cy="1124712"/>
          </a:xfrm>
          <a:prstGeom prst="roundRect">
            <a:avLst>
              <a:gd name="adj" fmla="val 4878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7799832" y="3950208"/>
            <a:ext cx="36027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を pack の中に置けない理由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7799832" y="4334256"/>
            <a:ext cx="360273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は宣言していないものを一切持てないからです。--into が変えるのは行き先だけです。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5029200"/>
            <a:ext cx="11155680" cy="868680"/>
          </a:xfrm>
          <a:prstGeom prst="roundRect">
            <a:avLst>
              <a:gd name="adj" fmla="val 6316"/>
            </a:avLst>
          </a:prstGeom>
          <a:solidFill>
            <a:srgbClr val="F3EAE6"/>
          </a:solidFill>
          <a:ln w="6350">
            <a:solidFill>
              <a:srgbClr val="F3EAE6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58952" y="5212080"/>
            <a:ext cx="106436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33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忘れやすい一手。entrypoint を書かないとケースは走りません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58952" y="5596128"/>
            <a:ext cx="106436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prompt_entrypoint は、マニフェストが宣言する entrypoint を名指しする必要があります（知識 pack では kind: wiki でページ自身）。書き忘れても pack validate は通ります。ただし pack test は structural_only と報告します。ケースは同梱され、ハッシュされ、それでも誰にも実行されません。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 17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 ブロックで「何についての pack か」を書きます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4420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298448"/>
            <a:ext cx="5486400" cy="1600200"/>
          </a:xfrm>
          <a:prstGeom prst="roundRect">
            <a:avLst>
              <a:gd name="adj" fmla="val 2857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04088" y="1444752"/>
            <a:ext cx="508406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knowledge: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scope: ["company"]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topics: ["access-control", "backup"]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owner: "Corp IT"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evidence: ["情報セキュリティ規程", "運用設計書"]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reviewed_at: "2026-08-01T00:00:00+00:00"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3035808"/>
            <a:ext cx="5486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ブロック自体は任意です。ただし置いたなら五つとも必須で、半分だけ書くことは許されません</a:t>
            </a:r>
            <a:endParaRPr lang="en-US" sz="110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理由は reviewed_at です。見直し日のない知識宣言こそ、誰にも気づかれずに古びていきます</a:t>
            </a:r>
            <a:endParaRPr lang="en-US" sz="110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どの type でも宣言できます。これは説明であって、権限ではありません</a:t>
            </a:r>
            <a:endParaRPr lang="en-US" sz="110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は company のような素の次元か、product:northwind-one のような値つきで書きます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4937760"/>
            <a:ext cx="5486400" cy="960120"/>
          </a:xfrm>
          <a:prstGeom prst="roundRect">
            <a:avLst>
              <a:gd name="adj" fmla="val 5714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758952" y="5120640"/>
            <a:ext cx="4974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だけはソートを求められません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58952" y="5504688"/>
            <a:ext cx="49743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人が書いた文書の題名を、書いた言語のまま並べるからです。順序そのものが「主に何に依拠しているか」を表します。重複だけは拒否されます。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355080" y="129844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探す。選び出しますが、決めはしません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355080" y="1600200"/>
            <a:ext cx="5303520" cy="2788920"/>
          </a:xfrm>
          <a:prstGeom prst="roundRect">
            <a:avLst>
              <a:gd name="adj" fmla="val 1639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556248" y="1746504"/>
            <a:ext cx="4901184" cy="2496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rig-wb pack knowledge --topic backup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company-security@0.1.0  company   Corp IT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reviewed 2026-08-01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evidence: 情報セキュリティ規程, 運用設計書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wiki: pack://project/company-security/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facets/knowledge/backup-policy.md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product-security@0.1.0  product:northwind-one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reviewed 2026-07-15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evidence: サービス仕様書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 is ambiguous: company, product:northwind-one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— narrow with --scope before treating any of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these as the answer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355080" y="4480560"/>
            <a:ext cx="5303520" cy="1554480"/>
          </a:xfrm>
          <a:prstGeom prst="roundRect">
            <a:avLst>
              <a:gd name="adj" fmla="val 3529"/>
            </a:avLst>
          </a:prstGeom>
          <a:solidFill>
            <a:srgbClr val="E7EFEB"/>
          </a:solidFill>
          <a:ln w="6350">
            <a:solidFill>
              <a:srgbClr val="E7EF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611112" y="4663440"/>
            <a:ext cx="47914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どちらのつもりだったかは、どの pack にも書かれていません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611112" y="5047488"/>
            <a:ext cx="4791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それは質問した人についての事実だからです。rig は推測せず、問いが開いていることと、選択肢の正確な集合を返します。影に隠れたページも、隠さずラベルつきで並べます。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 18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 を渡す。bundle と named source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4420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298448"/>
            <a:ext cx="5669280" cy="1417320"/>
          </a:xfrm>
          <a:prstGeom prst="roundRect">
            <a:avLst>
              <a:gd name="adj" fmla="val 3226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04088" y="1444752"/>
            <a:ext cx="526694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rig-wb pack bundle .rig/packs/my-domain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bundled: my-domain@0.1.0 (3 file(s))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-&gt; dist/my-domain-0.1.0.zip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sha256: 7ef9b1a3...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rig-wb pack install dist/... --scope project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02920" y="2880360"/>
            <a:ext cx="5669280" cy="1417320"/>
          </a:xfrm>
          <a:prstGeom prst="roundRect">
            <a:avLst>
              <a:gd name="adj" fmla="val 3226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04088" y="3026664"/>
            <a:ext cx="526694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rig-wb pack source add product \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--scheme git+ssh \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git@github.com:acme/rig-pack-{pack}.git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rig-wb pack install product:northwind@1.4.0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rig-wb pack verify-sources --scope project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02920" y="4462272"/>
            <a:ext cx="5669280" cy="1417320"/>
          </a:xfrm>
          <a:prstGeom prst="roundRect">
            <a:avLst>
              <a:gd name="adj" fmla="val 3871"/>
            </a:avLst>
          </a:prstGeom>
          <a:solidFill>
            <a:srgbClr val="E7EFEB"/>
          </a:solidFill>
          <a:ln w="6350">
            <a:solidFill>
              <a:srgbClr val="E7EF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58952" y="4645152"/>
            <a:ext cx="51572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 は資格情報を一切持ちません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58952" y="5029200"/>
            <a:ext cx="51572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を呼ぶだけで、認証は設定済みのもの（SSH agent・credential helper・CI secret）が答えます。lock が記録するのはソースの名前と commit で、URL は記録しません。</a:t>
            </a:r>
            <a:endParaRPr lang="en-US" sz="11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37960" y="1298448"/>
          <a:ext cx="51206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29184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見るコマンド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答える問い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pack list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何が入っているか（id・type・検証状態）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pack info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身元と来歴。出所・digest・依存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pack explain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そのアセットは実際にプロンプトへ届いているか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pack outdated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各ソースは今どの版を出しているか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pack update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版を移す（失敗しても旧版が残る）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6537960" y="3429000"/>
            <a:ext cx="5120640" cy="1417320"/>
          </a:xfrm>
          <a:prstGeom prst="roundRect">
            <a:avLst>
              <a:gd name="adj" fmla="val 3871"/>
            </a:avLst>
          </a:prstGeom>
          <a:solidFill>
            <a:srgbClr val="F3EAE6"/>
          </a:solidFill>
          <a:ln w="6350">
            <a:solidFill>
              <a:srgbClr val="F3EAE6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6793992" y="3611880"/>
            <a:ext cx="46085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33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「override したのに何も起きない」の正体です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793992" y="3995928"/>
            <a:ext cx="46085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はインストール済みで valid なのに、完全に影に隠れている状態です。info は身元しか答えないので、explain で tier 争いの勝敗を見てください。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537960" y="4983480"/>
            <a:ext cx="5120640" cy="896112"/>
          </a:xfrm>
          <a:prstGeom prst="roundRect">
            <a:avLst>
              <a:gd name="adj" fmla="val 6122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793992" y="5166360"/>
            <a:ext cx="46085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digest は「誰が」を答えません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6793992" y="5550408"/>
            <a:ext cx="46085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同じバイト列であることだけを保証します。出所を答えるのは署名と trust root です。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 19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引っかかりやすいところ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4420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298448"/>
            <a:ext cx="5486400" cy="1170432"/>
          </a:xfrm>
          <a:prstGeom prst="roundRect">
            <a:avLst>
              <a:gd name="adj" fmla="val 4688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99616"/>
            <a:ext cx="384048" cy="384048"/>
          </a:xfrm>
          <a:prstGeom prst="ellipse">
            <a:avLst/>
          </a:prstGeom>
          <a:solidFill>
            <a:srgbClr val="A33A21"/>
          </a:solidFill>
          <a:ln w="12700">
            <a:solidFill>
              <a:srgbClr val="A33A2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8952" y="1499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289304" y="1517904"/>
            <a:ext cx="4443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 は完成ではありません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1289304" y="1865376"/>
            <a:ext cx="44439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空の pack も valid になります。doctor の empty_pack 警告を見てください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355080" y="1298448"/>
            <a:ext cx="5486400" cy="1170432"/>
          </a:xfrm>
          <a:prstGeom prst="roundRect">
            <a:avLst>
              <a:gd name="adj" fmla="val 4688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611112" y="1499616"/>
            <a:ext cx="384048" cy="384048"/>
          </a:xfrm>
          <a:prstGeom prst="ellipse">
            <a:avLst/>
          </a:prstGeom>
          <a:solidFill>
            <a:srgbClr val="A33A21"/>
          </a:solidFill>
          <a:ln w="12700">
            <a:solidFill>
              <a:srgbClr val="A33A2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11112" y="1499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141464" y="1517904"/>
            <a:ext cx="4443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pack.yaml は手で書きません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7141464" y="1865376"/>
            <a:ext cx="44439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「たまたま一致する」か「間違っている」かにしかなりません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2920" y="2487168"/>
            <a:ext cx="5486400" cy="1170432"/>
          </a:xfrm>
          <a:prstGeom prst="roundRect">
            <a:avLst>
              <a:gd name="adj" fmla="val 4688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58952" y="2688336"/>
            <a:ext cx="384048" cy="384048"/>
          </a:xfrm>
          <a:prstGeom prst="ellipse">
            <a:avLst/>
          </a:prstGeom>
          <a:solidFill>
            <a:srgbClr val="A33A21"/>
          </a:solidFill>
          <a:ln w="12700">
            <a:solidFill>
              <a:srgbClr val="A33A2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58952" y="2688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289304" y="2706624"/>
            <a:ext cx="4443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署名した pack は sync できません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1289304" y="3054096"/>
            <a:ext cx="44439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署名を外し、sync してから、鍵で署名し直してください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355080" y="2487168"/>
            <a:ext cx="5486400" cy="1170432"/>
          </a:xfrm>
          <a:prstGeom prst="roundRect">
            <a:avLst>
              <a:gd name="adj" fmla="val 4688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611112" y="2688336"/>
            <a:ext cx="384048" cy="384048"/>
          </a:xfrm>
          <a:prstGeom prst="ellipse">
            <a:avLst/>
          </a:prstGeom>
          <a:solidFill>
            <a:srgbClr val="A33A21"/>
          </a:solidFill>
          <a:ln w="12700">
            <a:solidFill>
              <a:srgbClr val="A33A2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611112" y="2688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141464" y="2706624"/>
            <a:ext cx="4443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 だけではコマンドになりません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7141464" y="3054096"/>
            <a:ext cx="44439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アセットは、明示登録を扱えるホスト向けの資料です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02920" y="3675888"/>
            <a:ext cx="5486400" cy="1170432"/>
          </a:xfrm>
          <a:prstGeom prst="roundRect">
            <a:avLst>
              <a:gd name="adj" fmla="val 4688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58952" y="3877056"/>
            <a:ext cx="384048" cy="384048"/>
          </a:xfrm>
          <a:prstGeom prst="ellipse">
            <a:avLst/>
          </a:prstGeom>
          <a:solidFill>
            <a:srgbClr val="A33A21"/>
          </a:solidFill>
          <a:ln w="12700">
            <a:solidFill>
              <a:srgbClr val="A33A2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58952" y="3877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1289304" y="3895344"/>
            <a:ext cx="4443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pack は初回に同意が要ります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1289304" y="4242816"/>
            <a:ext cx="44439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RIG_ALLOW_PROJECT_PACKS=1 で同意します。同意は内容ハッシュに紐づきます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355080" y="3675888"/>
            <a:ext cx="5486400" cy="1170432"/>
          </a:xfrm>
          <a:prstGeom prst="roundRect">
            <a:avLst>
              <a:gd name="adj" fmla="val 4688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611112" y="3877056"/>
            <a:ext cx="384048" cy="384048"/>
          </a:xfrm>
          <a:prstGeom prst="ellipse">
            <a:avLst/>
          </a:prstGeom>
          <a:solidFill>
            <a:srgbClr val="A33A21"/>
          </a:solidFill>
          <a:ln w="12700">
            <a:solidFill>
              <a:srgbClr val="A33A2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611112" y="3877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7141464" y="3895344"/>
            <a:ext cx="4443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/ org は品質検証を回避できません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7141464" y="4242816"/>
            <a:ext cx="44439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--allow-unverified が使えるのは project スコープだけです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502920" y="4864608"/>
            <a:ext cx="5486400" cy="1170432"/>
          </a:xfrm>
          <a:prstGeom prst="roundRect">
            <a:avLst>
              <a:gd name="adj" fmla="val 4688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758952" y="5065776"/>
            <a:ext cx="384048" cy="384048"/>
          </a:xfrm>
          <a:prstGeom prst="ellipse">
            <a:avLst/>
          </a:prstGeom>
          <a:solidFill>
            <a:srgbClr val="A33A21"/>
          </a:solidFill>
          <a:ln w="12700">
            <a:solidFill>
              <a:srgbClr val="A33A2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58952" y="5065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1289304" y="5084064"/>
            <a:ext cx="4443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mock は品質の証拠になりません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1289304" y="5431536"/>
            <a:ext cx="44439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結果は non_quality_mock と明示されます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355080" y="4864608"/>
            <a:ext cx="5486400" cy="1170432"/>
          </a:xfrm>
          <a:prstGeom prst="roundRect">
            <a:avLst>
              <a:gd name="adj" fmla="val 4688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611112" y="5065776"/>
            <a:ext cx="384048" cy="384048"/>
          </a:xfrm>
          <a:prstGeom prst="ellipse">
            <a:avLst/>
          </a:prstGeom>
          <a:solidFill>
            <a:srgbClr val="A33A21"/>
          </a:solidFill>
          <a:ln w="12700">
            <a:solidFill>
              <a:srgbClr val="A33A2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611112" y="5065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7141464" y="5084064"/>
            <a:ext cx="4443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は署名の代わりになりません</a:t>
            </a:r>
            <a:endParaRPr lang="en-US" sz="1150" dirty="0"/>
          </a:p>
        </p:txBody>
      </p:sp>
      <p:sp>
        <p:nvSpPr>
          <p:cNvPr id="45" name="Text 43"/>
          <p:cNvSpPr txBox="1"/>
          <p:nvPr/>
        </p:nvSpPr>
        <p:spPr>
          <a:xfrm>
            <a:off x="7141464" y="5431536"/>
            <a:ext cx="44439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リポジトリの pack も、同じ検証を全部通ります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C1C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05156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明日からの順番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822960" y="2423160"/>
            <a:ext cx="457200" cy="457200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23774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まず /rig:go だけ使う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394960" y="2359152"/>
            <a:ext cx="6035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B9BE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 / accept / discard の四つで一週間やってみてください。ゲートに一度落ちて、なぜ落ちたかを読むところまで来れば、rig が何をする道具かは体で分かります。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3630168"/>
            <a:ext cx="457200" cy="457200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630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358444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ページを一枚書く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394960" y="3566160"/>
            <a:ext cx="6035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B9BE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/rig:knowledge で自分のドメインを一枚書き、persona の inject: から参照させます。効くかどうかは、ここで確かめられます。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" y="4837176"/>
            <a:ext cx="457200" cy="457200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48371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463040" y="479145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確信してから pack にする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394960" y="4773168"/>
            <a:ext cx="6035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B9BE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rig-wb pack init --type knowledge で配布物に格上げします。順番を逆にすると、まだ効くか分からないものに評価ケースを書くことになります。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614476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0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一次資料：README.ja.md（全体像）　／　docs/packs.md（pack の仕様）　／　skills/engine/SKILL.md（ブリック目録の正本）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rig 入門</dc:title>
  <dc:subject>PptxGenJS Presentation</dc:subject>
  <dc:creator>rig</dc:creator>
  <cp:lastModifiedBy>rig</cp:lastModifiedBy>
  <cp:revision>1</cp:revision>
  <dcterms:created xsi:type="dcterms:W3CDTF">2026-08-31T23:21:10Z</dcterms:created>
  <dcterms:modified xsi:type="dcterms:W3CDTF">2026-08-31T23:21:10Z</dcterms:modified>
</cp:coreProperties>
</file>