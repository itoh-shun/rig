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 をまったく知らない人向けの資料です。前半で安全フローの仕組み、後半で pack による知識層の広げ方を扱います。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入門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に仕事をおまかせするときの、隔離と検証のしくみ。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はじめて触る人から、自分の領域を教え込みたい人まで。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典拠：README.ja.md ／ docs/packs.md ／ skills/engine/SKILL.md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　rig を知る　　|　　第二部　pack で知識層を拡張する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今日の流れ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 rig を作ったのか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2860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・よくある AI の使い方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・そこで開きがちな穴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・プロンプト／コンテキスト／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ハーネスの入れ子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・ハーネスの 2×2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・よくある対応と、その限界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・rig はそこをどう埋めるか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1F1EF"/>
          </a:solidFill>
          <a:ln w="6350">
            <a:solidFill>
              <a:srgbClr val="F1F1E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3712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を知る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2860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・rig とは何か／何ではないか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・直接頼む場合との違い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・入口は二つ、最初の三十秒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・安全と言える四つの理由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・ゲートと機械のチェック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・ブリックと recipe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・レビュアーを測る（drill / stats）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・コマンドの地図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1F1EF"/>
          </a:solidFill>
          <a:ln w="6350">
            <a:solidFill>
              <a:srgbClr val="F1F1E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48472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で知識層を拡張する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2860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・知識層とは何か、なぜ二種類か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・wiki と inject、tier のしくみ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・pack の type ＝ 権限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・作る：init → sync → validate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・wiki が呼ぶ評価ゲート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・knowledge ブロックと探し方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・渡す：bundle / named source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・つまずきどころと、明日の一歩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中身はぜんぶ rig リポジトリの資料から取っています。仕様はまだ動くので、引数の正確なところは各コマンドの --help をのぞいてみてください。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 ·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 rig を作ったか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4264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オーケストレータが決めるのは「どう動かすか」。rig が決めるのは「出てきたものを受け入れていいか」です。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751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docs/landscape.md にある一行です。rig に機能を足すかどうかは、いつもここに戻って決めています。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50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出発点にあった三つの観測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" y="2962656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9304" y="2980944"/>
            <a:ext cx="4443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書く速さだけが上がった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206814"/>
            <a:ext cx="44439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コードが出てくる速さは、たしかに上がりました。でも、それを受け入れていいかを見るのは、相変わらず人の目だけなんです。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99592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4014216"/>
            <a:ext cx="4443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「できました」の根拠がない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4240086"/>
            <a:ext cx="44439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モデルが「できました」と言っても、それだけでは終わった証拠になりません。なのに、ほかに手がかりがないことがほとんどでした。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828032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5029200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89304" y="5047488"/>
            <a:ext cx="4443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失敗が手元に残る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289304" y="5273357"/>
            <a:ext cx="44439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うまくいかなかった試しが、そのまま手元に残ってしまいます。どれを残してどれを捨てるか、その仕分けだけでもけっこうな手間です。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2761488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611112" y="2944368"/>
            <a:ext cx="49743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が引き受けたのは、ここ一箇所だけ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11112" y="3230626"/>
            <a:ext cx="497433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受け入れるかどうかの判断を、人の目から機械のゲートへ移すこと。それだけです。速さや賢さを足す話ではありません。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448056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611112" y="4663440"/>
            <a:ext cx="49743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ここ、誤解されがちです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611112" y="4949698"/>
            <a:ext cx="49743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が品質そのものを生んでくれるわけではありません。あなたが決めたルールを AI に飛ばさせない、それだけなんです。ルールを決めるのは、これからも人の仕事です。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よくある AI の使い方と、そこで起きがちなこと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99616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9304" y="1517904"/>
            <a:ext cx="4443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チャットに貼って、返ってきたコードを貼り戻す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1743774"/>
            <a:ext cx="44439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どこから来た差分なのかが消えてしまいます。何を変えたかは自分の記憶だけが頼りで、関係ない変更が紛れこんでも気づく場所がありません。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298448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11112" y="1499616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111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41464" y="1517904"/>
            <a:ext cx="4443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エージェントに作業ツリーへ直接書かせる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41464" y="1743774"/>
            <a:ext cx="44439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うまくいかなかった試しが、そのまま手元に残ります。機械のチェックをどこにもつないでいなければ、そのチェックは一度も動きません。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81528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3282696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3300984"/>
            <a:ext cx="4443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や AGENTS.md にルールを書く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" y="3526854"/>
            <a:ext cx="44439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文章でのお願いは、守られないことがあります。「テストを流してね」と書いておくのと、hook で毎回かならず動かすのとでは、当てにできる度合いがぜんぜん違います。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081528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1112" y="3282696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41464" y="3300984"/>
            <a:ext cx="4443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にレビューさせる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141464" y="3526854"/>
            <a:ext cx="44439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書いた側と採点する側が似たもの同士だと、どうしても自分に甘くなります。しかも、そのレビュアーがどれくらい見つけられるのかを、誰も測っていません。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89204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58952" y="5074920"/>
            <a:ext cx="106436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四つに共通するのは、うまくいったのか分からないことです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5361178"/>
            <a:ext cx="10643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どれもちゃんと成果は出ます。困るのは失敗する確率ではなくて、失敗しても誰も気づかないまま次へ進んでしまうところなんです。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たどっていくと、だいたい同じ四つの穴に行き着きます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1024128"/>
          </a:xfrm>
          <a:prstGeom prst="roundRect">
            <a:avLst>
              <a:gd name="adj" fmla="val 535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9961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9304" y="1517904"/>
            <a:ext cx="1011326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機械のチェックがループに入っていない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1751711"/>
            <a:ext cx="101132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テストや lint が「置いてある」だけで、エージェントが回るループの中に入っていません。あることと効いていることは、まったくの別ものです。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9556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3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1155680" cy="1024128"/>
          </a:xfrm>
          <a:prstGeom prst="roundRect">
            <a:avLst>
              <a:gd name="adj" fmla="val 535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26700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2688336"/>
            <a:ext cx="1011326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たしかめる仕組みがない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9304" y="2922143"/>
            <a:ext cx="101132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自分の仕事をたしかめる手段をモデルに渡すと、品質が 2〜3 倍になると言われています（Boris Cherny）。裏を返すと、手段がないエージェントは自分に甘くなってしまうんです。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195560" y="2688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自己採点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39312"/>
            <a:ext cx="11155680" cy="1024128"/>
          </a:xfrm>
          <a:prstGeom prst="roundRect">
            <a:avLst>
              <a:gd name="adj" fmla="val 535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" y="3840480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9304" y="3858768"/>
            <a:ext cx="1011326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効いているかを測っていない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9304" y="4092575"/>
            <a:ext cx="101132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ルールは足したのに、効いたかどうかを見ていません。よかれと思って足したものが、かえって足を引っぱることもあります（Context Rot。文脈が長くなるほど性能が落ちる現象です）。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195560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測れない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809744"/>
            <a:ext cx="11155680" cy="1024128"/>
          </a:xfrm>
          <a:prstGeom prst="roundRect">
            <a:avLst>
              <a:gd name="adj" fmla="val 535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5010912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9304" y="5029200"/>
            <a:ext cx="1011326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ハーネスが分厚すぎる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9304" y="5263007"/>
            <a:ext cx="101132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Harness, Fat Skills（Garry Tan）という言い方があります。ループの管理は薄く、賢さは Skills に、実行は毎回おなじ結果になるツールにおまかせします。親ループが太ってきたら、設計を疑うサインです。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195560" y="5029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肥大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出どころは skills/engine/facets/knowledge/harness-taxonomy.md。rig 自身が /rig:harness で使っている観点のカタログです。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 ·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プロンプトの外にコンテキスト、その外にハーネスがあります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「〇〇エンジニアリング」は別々の流派ではなくて、入れ子になっています。外側を放っておいて内側だけ磨いても、効き目が安定しないんです。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ハーネスエンジニアリング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ループ・ツール・強制・検証・記録まで、ぜんぶ含めた仕組み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6968" y="2468880"/>
            <a:ext cx="5266944" cy="3200400"/>
          </a:xfrm>
          <a:prstGeom prst="roundRect">
            <a:avLst>
              <a:gd name="adj" fmla="val 1714"/>
            </a:avLst>
          </a:prstGeom>
          <a:solidFill>
            <a:srgbClr val="E7EFEB"/>
          </a:solidFill>
          <a:ln w="12700">
            <a:solidFill>
              <a:srgbClr val="E7EF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61288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コンテキストエンジニアリング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2880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何をどの順で見せるか。知識層と注入、それに圧縮への強さ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71016" y="3246120"/>
            <a:ext cx="4498848" cy="2240280"/>
          </a:xfrm>
          <a:prstGeom prst="roundRect">
            <a:avLst>
              <a:gd name="adj" fmla="val 2449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45336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プロンプトエンジニアリング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45336" y="3675888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一回の指示の書き方です。ここだけを磨く人が一番多いのですが、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条件が変わると、同じようには効いてくれません。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はプロンプト面（persona・instruction・recipe・wiki）を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「コンパイラが見てくれない場所」として扱います。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変えるときは、承認ずみの評価ケースをお願いしています。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169164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59752" y="1874520"/>
            <a:ext cx="42428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ハーネスは二つの層に分かれます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59752" y="2160778"/>
            <a:ext cx="424281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一つめはエージェントハーネス。Claude Code や Codex に最初から入っているループ・ツール・メモリのことです。二つめはユーザーハーネスで、こちらは使う側が組みます。CLAUDE.md・Skills・Hooks・MCP・テスト・lint・CI・recipe あたりですね。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59752" y="3977640"/>
            <a:ext cx="42428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が作るのは、二つめだけ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4263898"/>
            <a:ext cx="42428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内蔵のループには手を出しません。その外側に、薄い品質・安全の層としてそっと乗ります。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03720" y="5074920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159752" y="5257800"/>
            <a:ext cx="42428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だから engine はさわりません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5544058"/>
            <a:ext cx="42428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拡張は pack として上に乗せます。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 ·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 で並べてみると、足りない場所が見えてきます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軸は二つだけです。①コードで判定する計算的なものか、LLM が判断する推論的なものか。②先回りして方向づけるガイドか、あとから気づかせるセンサーか。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2926080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ガイド（先回り・方向づけ）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センサー（事後・検知）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（決定論的）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LSP・型・CLI・コードモッド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scaffold・テンプレート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lint・型チェック・テスト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build・ArchUnit・CI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推論的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（LLM 判断）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/ AGENTS.md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Skills・設計ドキュメント・persona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コードレビュー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LLM-as-judge・review-gate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366760" y="169164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22792" y="1874520"/>
            <a:ext cx="27797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四つそろって、はじめて効きます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22792" y="2160778"/>
            <a:ext cx="27797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レビューはするけどテストがない。テストは通るけど設計を誰も見ていない。どちらも同じくらい穴です。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66760" y="320040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22792" y="3383280"/>
            <a:ext cx="27797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まずは機械のチェックから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22792" y="3669538"/>
            <a:ext cx="277977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機械のチェックは口説き落とせません。だからいちばん強い歯止めになります。AI のレビューは、その次に置くのがおすすめです。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66760" y="461772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622792" y="4800600"/>
            <a:ext cx="277977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「ある」と「効いている」は別もの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22792" y="5309108"/>
            <a:ext cx="27797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 hook にも acceptance gate にもつながっていない lint は、ループに何の圧力もかけていません。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4709160"/>
            <a:ext cx="7589520" cy="1325880"/>
          </a:xfrm>
          <a:prstGeom prst="roundRect">
            <a:avLst>
              <a:gd name="adj" fmla="val 413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58952" y="4892040"/>
            <a:ext cx="70774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 2×2 は、自分のプロジェクトにも当てられます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" y="5178298"/>
            <a:ext cx="707745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/rig:harness が読み取り専用でぐるっと見わたして、空いている象限と、あるのに効いていない資産を教えてくれます。やることは新しいルールを足すことではなく、つなぐ・効かせる・減らすの三つです。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 · 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よくある対応と、それがどこで止まってしまうか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よく採られる対応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どこで止まるか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プロンプトを磨く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条件が変わると同じようには効きません。測っていないので、良くなったのかどうかも分かりません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にルールを足す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文章でのお願いは、守られないことがあります。足しすぎると文脈が濁って、かえって逆効果です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 / test / CI を用意する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置いただけでは、エージェントのループの外にあります。人が CI を待つまで、誰も見ていません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レビューを足す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書いた側と似たモデルだと甘くなります。どれくらい見つけられるか分からないので、通っても安心できません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人のレビューを増やす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人手が続きません。形だけになってしまっても、そうなったこと自体に気づけません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26680" y="1298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効く順番があります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26680" y="1627632"/>
            <a:ext cx="4434840" cy="1051560"/>
          </a:xfrm>
          <a:prstGeom prst="roundRect">
            <a:avLst>
              <a:gd name="adj" fmla="val 521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82712" y="1828800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8271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513064" y="1847088"/>
            <a:ext cx="339242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つなぐ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13064" y="2072958"/>
            <a:ext cx="33924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すでにある lint・型・テストを hook と acceptance gate につないで、ループの中へ入れます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2798064"/>
            <a:ext cx="4434840" cy="1051560"/>
          </a:xfrm>
          <a:prstGeom prst="roundRect">
            <a:avLst>
              <a:gd name="adj" fmla="val 521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82712" y="2999232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82712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513064" y="3017520"/>
            <a:ext cx="339242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効かせる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513064" y="3243390"/>
            <a:ext cx="33924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大事なルールを、文章でのお願いから、かならず動く仕組みへ移します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26680" y="3968496"/>
            <a:ext cx="4434840" cy="1051560"/>
          </a:xfrm>
          <a:prstGeom prst="roundRect">
            <a:avLst>
              <a:gd name="adj" fmla="val 521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82712" y="4169664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82712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13064" y="4187952"/>
            <a:ext cx="339242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減らす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513064" y="4413822"/>
            <a:ext cx="33924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効いていないルールは落とします。足すときは、減らす候補もセットで考えておきます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4937760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58952" y="5120640"/>
            <a:ext cx="64373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新しいルールを書くのは、いちばん最後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" y="5406898"/>
            <a:ext cx="6437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よかれと思って足したルールが、かえって邪魔をすることがあります。まずつないで、次に効かせて、そのうえで減らしてみてください。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726680" y="507492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982712" y="5257800"/>
            <a:ext cx="39227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測らないと、この順番も回せません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982712" y="5544058"/>
            <a:ext cx="39227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何が効いたのか分からないままだと、この三つをぐるぐる回すこと自体ができません。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 · 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は、この四つをこうやって埋めます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F1F1EF"/>
          </a:solidFill>
          <a:ln w="6350">
            <a:solidFill>
              <a:srgbClr val="F1F1E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1481328"/>
            <a:ext cx="3191256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計算的ガイド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751711"/>
            <a:ext cx="3191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hook・manifest（.claude/rig.md）・recipe・scaffold です。走り出す前に、進め方と初期値を決めておきます。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298448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45152" y="1481328"/>
            <a:ext cx="3191256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計算的センサー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1751711"/>
            <a:ext cx="31912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acceptance-gate の機械チェック（build / lint / test / 型）と、毎回おなじ結果になるセンサー（秘密情報・インジェクション・危ないコマンド・ゲートの書き換え・schema-diff）です。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F1F1EF"/>
          </a:solidFill>
          <a:ln w="6350">
            <a:solidFill>
              <a:srgbClr val="F1F1E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8952" y="3081528"/>
            <a:ext cx="3191256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推論的ガイド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351911"/>
            <a:ext cx="319125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persona・instruction・知識層の wiki です。その領域の前提を、判断する側にちゃんと持たせます。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2898648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F1F1EF"/>
          </a:solidFill>
          <a:ln w="6350">
            <a:solidFill>
              <a:srgbClr val="F1F1E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45152" y="3081528"/>
            <a:ext cx="3191256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推論的センサー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3351911"/>
            <a:ext cx="3191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persona による同時レビューです。読み取り専用をプロセスの段階で固定して、drill でどれくらい見つけられるかを実際に測ります。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526280"/>
            <a:ext cx="7589520" cy="1325880"/>
          </a:xfrm>
          <a:prstGeom prst="roundRect">
            <a:avLst>
              <a:gd name="adj" fmla="val 413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58952" y="4709160"/>
            <a:ext cx="70774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 2×2 の外にも、rig ならではのものが二つ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4995418"/>
            <a:ext cx="707745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一つめは隔離。判定が終わるまで、できたものは作業ツリーに触れません。二つめは記録です。何を試して、どの基準で、なぜ受け入れた（あるいは断った）かが、run log と監査の記録に残ります。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66760" y="1298448"/>
            <a:ext cx="3291840" cy="3246120"/>
          </a:xfrm>
          <a:prstGeom prst="roundRect">
            <a:avLst>
              <a:gd name="adj" fmla="val 1690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22792" y="1481328"/>
            <a:ext cx="27797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やらないと決めていること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22792" y="1767586"/>
            <a:ext cx="2779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・IDE や GUI をつくること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・汎用エージェント群のプラットフォーム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・複数モデルの答えを混ぜて一つにすること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・ワークフロー DSL の表現力くらべ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複数のモデルを使うのは、検証役を書き手から切り離すためです。答えを混ぜ合わせるためではありません。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66760" y="461772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22792" y="4800600"/>
            <a:ext cx="27797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逆に、めざしていること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22792" y="5086858"/>
            <a:ext cx="27797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ほかのオーケストレータが作ったものにも、同じ受け入れの約束を当てられるようにすること（workbench.py import）。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第一部　rig を知る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ここからは、その仕組みが実際にどう動くのかを見ていきます。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分類、隔離、ゲート、受け入れの順番です。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README.ja.md §5〜§12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とは何か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困るのは、AI が間違えることではないんです。間違えたことに誰も気づかないまま、本体に混ざってしまうこと。そこが怖いところです。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121408" cy="1508760"/>
          </a:xfrm>
          <a:prstGeom prst="roundRect">
            <a:avLst>
              <a:gd name="adj" fmla="val 363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9842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2002536"/>
            <a:ext cx="1078992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6060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 / feature / refactor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review / documentation 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1783080"/>
            <a:ext cx="2121408" cy="1508760"/>
          </a:xfrm>
          <a:prstGeom prst="roundRect">
            <a:avLst>
              <a:gd name="adj" fmla="val 363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26664" y="19842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26664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2002536"/>
            <a:ext cx="1078992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えらび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26664" y="26060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選んだ理由を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先に一行で見せる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38344" y="1783080"/>
            <a:ext cx="2121408" cy="1508760"/>
          </a:xfrm>
          <a:prstGeom prst="roundRect">
            <a:avLst>
              <a:gd name="adj" fmla="val 363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94376" y="19842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9437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2002536"/>
            <a:ext cx="1078992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隔離 worktree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26060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作業ツリーとは別の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使い捨てブランチ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06056" y="1783080"/>
            <a:ext cx="2121408" cy="1508760"/>
          </a:xfrm>
          <a:prstGeom prst="roundRect">
            <a:avLst>
              <a:gd name="adj" fmla="val 363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62088" y="19842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6208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2002536"/>
            <a:ext cx="107899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acceptance-gate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62088" y="26060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機械的な基準で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合否を判定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73768" y="1783080"/>
            <a:ext cx="2121408" cy="1508760"/>
          </a:xfrm>
          <a:prstGeom prst="roundRect">
            <a:avLst>
              <a:gd name="adj" fmla="val 363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29800" y="19842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298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360152" y="2002536"/>
            <a:ext cx="107899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discard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829800" y="260604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反映は staged まで。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決めるのはいつも人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最初に外しておく誤解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384048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58952" y="4023360"/>
            <a:ext cx="308152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品質を自動で生む道具ではありません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4309618"/>
            <a:ext cx="308152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あなたが決めた品質のルールを、AI に飛ばさせないための道具です。ルールを決めるのは人の仕事のまま。rig がやるのは、守らせることと測ることだけです。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79392" y="384048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535424" y="4023360"/>
            <a:ext cx="308152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そのかわり、払うものがあります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35424" y="4309618"/>
            <a:ext cx="308152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隔離と検証と記録のために、速さとトークンをわざと差し出しています。とにかく速く書かせたいだけなら、モデルに直接お願いするほうが早いです。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55864" y="3840480"/>
            <a:ext cx="3602736" cy="1737360"/>
          </a:xfrm>
          <a:prstGeom prst="roundRect">
            <a:avLst>
              <a:gd name="adj" fmla="val 3158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311896" y="4023360"/>
            <a:ext cx="309067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効いてくる場面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311896" y="4309618"/>
            <a:ext cx="309067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失敗したときの痛手が、速さより大きい場面です。本番に触れるコード、ほかの人が読むコード、あとで誰も見直さないコードあたりですね。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直接頼む場合と、何が違うか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観点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モデルに直接頼む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 経由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失敗した変更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作業ツリーに残る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worktree ごと破棄、本体は無傷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「できました」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信じるしかない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acceptance-gate の合否が根拠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レビューの質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検出率を drill で実測できる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何が起きたか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チャットログ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log・監査証跡・署名つき来歴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並列実行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同じツリーを取り合う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ごとに別 worktree／別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中断・圧縮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静かに素の作業へ戻る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状態ヘッダに再アンカーする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371600"/>
            <a:ext cx="3931920" cy="2331720"/>
          </a:xfrm>
          <a:prstGeom prst="roundRect">
            <a:avLst>
              <a:gd name="adj" fmla="val 2353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982712" y="1554480"/>
            <a:ext cx="34198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いま、どこまで動いているか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82712" y="1840738"/>
            <a:ext cx="341985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安全のいちばん芯になる部分は、もう動いています。分類・隔離・acceptance-gate・自分で選ぶ accept と discard。リポジトリ自身のテストで裏づけもあります。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その上に乗る観測まわり（drill・board・stats・GitHub 連携）は使えますが、まだ育てている最中です。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26680" y="384048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82712" y="4023360"/>
            <a:ext cx="34198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正直に書いていること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82712" y="4309618"/>
            <a:ext cx="34198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このプロジェクトは、まだ出していない機能を「予定」として載せない方針です。表に無いコマンドは、まだ世に出ていません。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251960"/>
            <a:ext cx="6949440" cy="1600200"/>
          </a:xfrm>
          <a:prstGeom prst="roundRect">
            <a:avLst>
              <a:gd name="adj" fmla="val 342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58952" y="4434840"/>
            <a:ext cx="64373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ごとに閉じていると、こんなに楽です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4721098"/>
            <a:ext cx="643737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タスクを何本か同時に走らせても、それぞれ別の worktree と branch なので安心です。/rig:queue に積んでまとめて GO しても、プロセス同士がファイルを取り合うことはありません。終わったら /rig:go board を見てください。どの端末のどのプロセスが動かしたかに関係なく、全部の状態が一つの表に並びます。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入口は二つ。中身は同じエンジン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5270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9304" y="1545336"/>
            <a:ext cx="44439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の中では、プラグイン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1795018"/>
            <a:ext cx="444398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スラッシュコマンドはここから来ます。安全なひと通りの流れは、これだけで動きます。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89304" y="2542032"/>
            <a:ext cx="4572000" cy="713232"/>
          </a:xfrm>
          <a:prstGeom prst="roundRect">
            <a:avLst>
              <a:gd name="adj" fmla="val 641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490472" y="2688336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itoh-shun/sito-plugins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rig@sito-plugins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11112" y="152704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11112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41464" y="1545336"/>
            <a:ext cx="44439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それ以外の場所では、rig-wb CLI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41464" y="1795018"/>
            <a:ext cx="444398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やスクリプト、ほかのアシスタント（Codex / Cursor）からでも、同じ recipe とゲートを回せます。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41464" y="2542032"/>
            <a:ext cx="4572000" cy="713232"/>
          </a:xfrm>
          <a:prstGeom prst="roundRect">
            <a:avLst>
              <a:gd name="adj" fmla="val 641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42632" y="2688336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pipx install git+https://github.com/itoh-shun/rig.git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rig-wb version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5844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両方そろえる必要はありません。二つめが要るのは、Claude Code の外にあるものを同じ recipe とゲートに通したいときだけです。/rig:setup を使えば、Claude Code の中から入れられます。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9684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最初の三十秒。設定はゼロのままで大丈夫です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5486400" cy="1737360"/>
          </a:xfrm>
          <a:prstGeom prst="roundRect">
            <a:avLst>
              <a:gd name="adj" fmla="val 263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04088" y="4352544"/>
            <a:ext cx="50840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/rig:go "ログインバグを直して"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/rig:go "このPRを厳しめにレビューして"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/rig:go "今の変更が安全か確認して"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/rig:go diff      # 何が変わったか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/rig:go accept    # 反映（gate 未達なら拒否）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/rig:go discard   # 破棄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4206240"/>
            <a:ext cx="5486400" cy="1737360"/>
          </a:xfrm>
          <a:prstGeom prst="roundRect">
            <a:avLst>
              <a:gd name="adj" fmla="val 263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56248" y="4352544"/>
            <a:ext cx="50840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rig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    ログインバグを直して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detected: bugfix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recipe:   bugfix — 「バグ」「直して」を検出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    isolated worktree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gate:     standard + bugfix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5998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も gates.json も persona の設定も要りません。ぜんぶ後から足せます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998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どうしてその段取りにしたのかを、走り出す前に一行で見せてくれます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が安全だと言える、四つの理由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安全だと言えるのは、次の四つが文章ではなく仕組みとして組み込まれているからです。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89280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1911096"/>
            <a:ext cx="44439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隔離された worktree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2160778"/>
            <a:ext cx="444398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タスクごとに、専用の worktree と使い捨てのブランチを作ります。rig があなたの作業ツリーに直接書き込むことはありません。失敗しても途中でやめても、手元は汚れないままです。タスクごとに閉じているので、同時に走らせても大丈夫です。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11112" y="189280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1112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41464" y="1911096"/>
            <a:ext cx="44439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acceptance-gate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41464" y="2160778"/>
            <a:ext cx="444398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「完了しました」と言われても、それだけでは終わりになりません。関係ない差分・テスト・型・リスクの書きぶり・秘密情報を機械が見て、そこではじめて反映の候補になります。failed か pending が一件でも残っていたら、accept ははじかれます（exit 1）。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8952" y="395020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" y="3968496"/>
            <a:ext cx="44439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な検証役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9304" y="4218178"/>
            <a:ext cx="444398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書く AI と、たしかめる AI を分けます。たしかめる側はプロセスの段階で読み取り専用に固定されます。お願いではなく、そうとしか動けない状態です。判断のいちばんの根拠は、本人の申告ではなく worktree の実際の git diff です。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374904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1112" y="3950208"/>
            <a:ext cx="384048" cy="38404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1111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41464" y="3968496"/>
            <a:ext cx="44439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明示的な accept と、消えない記録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41464" y="4218178"/>
            <a:ext cx="444398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は squash merge で staged（コミット前）まで進めます。コミットするのは、いつも人です。discard しても run log は残るので、何を試してなぜ捨てたのかを後から追えます。土台になる前提は --force でも通り抜けられません。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隔離された worktree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タスクごとに専用の git worktree と使い捨てブランチを作ります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レビューや調査のような読み取り専用のタスクは、--no-worktree で worktree ごと省略できます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は worktree と branch を消しますが、run log（.rig/runs/）は残ります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並列で実行しても別の worktree と branch なので、プロセス同士がファイルを取り合いません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325880"/>
            <a:ext cx="5669280" cy="2331720"/>
          </a:xfrm>
          <a:prstGeom prst="roundRect">
            <a:avLst>
              <a:gd name="adj" fmla="val 196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472184"/>
            <a:ext cx="526694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&lt;repoの親&gt;/rig-worktrees/&lt;repo名&gt;/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rig-20260704-153012-login-fix/   ← 使い捨て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&lt;repo&gt;/.rig/runs/rig-20260704-153012-login-fix/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task.json        入力 / recipe / base branch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steps.json       step ごとの進行状態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acceptance.json  基準ごとの合否と根拠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diff.md          Summary / Risk / Tests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複数タスクを同時に走らせる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4088" y="4261104"/>
            <a:ext cx="5907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/rig:queue add "ログイン画面のバグを直して"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/rig:queue add "在庫一覧に検索機能を追加して"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/rig:queue go --provider rig --max-parallel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86600" y="4114800"/>
            <a:ext cx="4754880" cy="1463040"/>
          </a:xfrm>
          <a:prstGeom prst="roundRect">
            <a:avLst>
              <a:gd name="adj" fmla="val 375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42632" y="4297680"/>
            <a:ext cx="42428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は accept まではやりません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42632" y="4583938"/>
            <a:ext cx="424281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の verifier が見るのは二つだけです。gate が決まったかどうかと、worktree の中で完結して本体に書いていないかどうか。反映するかどうかは、ちゃんと人の手元に残ります。終わったら /rig:go board で見てみてください。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acceptance-gate は standard ＋ 種別プリセット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355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基準の例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standard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task_intent_satisfied / no_unrelated_diff / diff_summary_written / risk_summary_written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tests_pass_or_explained / no_secret_leak / no_gate_tampering / no_injection_markers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bugfix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bug_cause_identified / fix_is_minimal / regression_test_added_or_explained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existing_behavior_preserved / no_unrelated_refactor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requirement_summary_written / implementation_matches_requirement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tests_added_or_explained / public_api_changes_documented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refactor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behavior_boundaries_identified / no_unintended_behavior_change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tests_confirm_behavior_preserved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review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findings_are_concrete / severity_labeled / file_references_included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false_positive_risk_considered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security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authn_authz_impact_checked / user_input_flow_checked / secret_exposure_checked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dependency_risk_checked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298448"/>
            <a:ext cx="3291840" cy="1965960"/>
          </a:xfrm>
          <a:prstGeom prst="roundRect">
            <a:avLst>
              <a:gd name="adj" fmla="val 2791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22792" y="1481328"/>
            <a:ext cx="27797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状態は四つあります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22792" y="1767586"/>
            <a:ext cx="277977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一つひとつの基準は、根拠つきで passed / failed / warning / skipped として残ります。全体としては passed / passed_with_warnings / failed / pending にまとまります。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66760" y="338328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622792" y="3566160"/>
            <a:ext cx="27797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が止まるのはこのとき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22792" y="3852418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か pending が一件でも残っていたら、accept ははじかれます（exit 1）。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は accept を止めません。ただし必ず見せてくれるので、こっそり握りつぶされることはありません。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806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元になっているのは scripts/workbench.py gates です。プロジェクト側は .rig/gates.json の extra_criteria から基準を足せます。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基準は、機械が裏づけてくれます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486400" cy="1078992"/>
          </a:xfrm>
          <a:prstGeom prst="roundRect">
            <a:avLst>
              <a:gd name="adj" fmla="val 5085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1481328"/>
            <a:ext cx="497433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no_secret_leak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727898"/>
            <a:ext cx="49743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diff に、毎回おなじ結果になるシークレットスキャンをかけます。見つかれば failed です。抜粋はいつもマスクされます。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298448"/>
            <a:ext cx="5486400" cy="1078992"/>
          </a:xfrm>
          <a:prstGeom prst="roundRect">
            <a:avLst>
              <a:gd name="adj" fmla="val 5085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11112" y="1481328"/>
            <a:ext cx="497433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no_injection_markers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1727898"/>
            <a:ext cx="49743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文章の中のインジェクション・マーカーを探します。目に見えない文字や bidi Unicode は fail、指示を上書きしようとする言い回しは warning です。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5486400" cy="1078992"/>
          </a:xfrm>
          <a:prstGeom prst="roundRect">
            <a:avLst>
              <a:gd name="adj" fmla="val 5085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8952" y="2715768"/>
            <a:ext cx="497433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no_destructive_operation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2962339"/>
            <a:ext cx="49743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危ないコマンドを探します。rm -rf / ・mkfs・DROP DATABASE は fail、force push や TRUNCATE は warning です。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2532888"/>
            <a:ext cx="5486400" cy="1078992"/>
          </a:xfrm>
          <a:prstGeom prst="roundRect">
            <a:avLst>
              <a:gd name="adj" fmla="val 5085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11112" y="2715768"/>
            <a:ext cx="497433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no_gate_tampering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2962339"/>
            <a:ext cx="49743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gates.json・recipes・CI workflow に手を入れていたら fail です。今あるテストの書き換え・assert 削除・skip 追加は warning になります。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67328"/>
            <a:ext cx="5486400" cy="1078992"/>
          </a:xfrm>
          <a:prstGeom prst="roundRect">
            <a:avLst>
              <a:gd name="adj" fmla="val 5085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58952" y="3950208"/>
            <a:ext cx="497433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public_api_changes_documented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4196779"/>
            <a:ext cx="49743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の schema-diff を取ります。API が変わったのに diff サマリに何も書かれていなければ warning にします。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3767328"/>
            <a:ext cx="5486400" cy="1078992"/>
          </a:xfrm>
          <a:prstGeom prst="roundRect">
            <a:avLst>
              <a:gd name="adj" fmla="val 5085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11112" y="3950208"/>
            <a:ext cx="4974336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prompt_regression_passed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4196779"/>
            <a:ext cx="49743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が prompt 面に触れたときだけ、自動で足されます。--set での手動の上書きを断る、唯一の基準です。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58952" y="5212080"/>
            <a:ext cx="106436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設定は足す方向にしか動きません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498338"/>
            <a:ext cx="106436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プロジェクトは .rig/gates.json から独自の基準を足せます。ただし、もとからある基準を消したりゆるめたりするキーは、その場ではじかれます。リポジトリの中のファイルが、そのリポジトリを守っているゲートをゆるめることはできない、ということですね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read-only な検証役　／　④ 明示的な accept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検証役はプロセスレベルで読み取り専用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86400" cy="731520"/>
          </a:xfrm>
          <a:prstGeom prst="roundRect">
            <a:avLst>
              <a:gd name="adj" fmla="val 625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" y="1719072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--allowedTools Read,Grep,Glob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  --sandbox read-only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688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見て、grep して、指摘を書くことはできます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編集も commit も、formatter での書き換えもできません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いちばんの根拠は worktree の実際の git diff です。書いた側のレポートは「まだ確かめていない主張」として渡るだけです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この制限がちゃんと効いていることは、orchestrate.py probe がプロバイダごとに確かめてくれます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280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accept は staged で止まり、記録も消えません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572768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56248" y="1719072"/>
            <a:ext cx="50840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rig accept — accept_requirements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worktree_exists            構造的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base_branch_recorded       構造的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diff_summary_generated     構造的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acceptance_gate_not_failed 上書き可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no_unrelated_diff          上書き可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10896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土台になる前提は --force でも通りません。diff.md が無ければ accept できません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上書きしたときは forced: true として残ります。あとから消すことはできません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反映は squash merge の staged まで。コミットするのはいつも人です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は変更するファイルの一覧を必ず先に見せて、--yes を待ちます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480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中断しても、黙って素の作業には戻りません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773168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4088" y="4919472"/>
            <a:ext cx="50840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rig | task: rig-20260704-153012-login-fix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recipe: bugfix | step: test (4/7)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gate: pending | mode: isolated worktree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47548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611112" y="4937760"/>
            <a:ext cx="49743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文脈が圧縮されても消えません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5224018"/>
            <a:ext cx="49743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PreCompact フックが、run-state を守る指示をそっと差し込みます。/rig:init を使えば、同じ文を CLAUDE.md の Compact Instructions にも置けます。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中身は四種類のブリック。LEGO みたいに組み合わせます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1481328"/>
            <a:ext cx="21396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783461"/>
            <a:ext cx="21396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誰が判定するか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security-reviewer / design-reviewer / test-reviewer 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98448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93592" y="1481328"/>
            <a:ext cx="21396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1783461"/>
            <a:ext cx="21396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何をするか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手順そのものです。薄いまま保たれて、エンジンには触れません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298448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8232" y="1481328"/>
            <a:ext cx="21396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1783461"/>
            <a:ext cx="21396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どう分配し、どうゲートするか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isolated-worktree / acceptance-gate / serial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1298448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62872" y="1481328"/>
            <a:ext cx="21396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262872" y="1783461"/>
            <a:ext cx="21396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の束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 / feature / review-only / release-flow / hotfix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291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/rig:go はこの組み立てを自動でやってくれます。/rig:dev のほうは、recipe も step も flag も自分で指定したい人向けの入口です。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5852160" cy="141732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4088" y="3803904"/>
            <a:ext cx="5449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/rig:dev --plan --only review "現在の変更"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/rig:dev --recipe release-flow --design "機能X"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/rig:dev --recipe hotfix --issue 1234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/rig:dev --list        # 全 tier の recipe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657600"/>
          <a:ext cx="4937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主な flag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--adversarial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敵対的レビュー step を追加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--persona &lt;name&gt;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カスタム reviewer を fan-out に追加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--verify-findings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根拠を独立に敵対的検証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--autonomous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ゲートを省略（acceptance-gate は残る）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02920" y="5257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とブリックの全部の一覧は skills/engine/SKILL.md にあります。README にはあえて写していません。二か所に書くと、いつかずれてしまうからです。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レビュアーの実力は、ちゃんと測れます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persona は、テストできます。わざと仕込んだバグを使い捨ての diff に入れてレビューを走らせ、reviewer には見せていない答え合わせ用のキーと照らして採点します。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32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検出率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7373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331720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432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誤検知率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17373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160520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2432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重大度の精度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7373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89320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432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判断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173736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93608" y="1883664"/>
            <a:ext cx="31638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Missed Issues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SQL injection in search query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(src/search.py:88)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Missing authorization check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(src/api/users.py:120)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15468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58952" y="3337560"/>
            <a:ext cx="49743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の直し方は、四種類に決めてあります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3623818"/>
            <a:ext cx="4974336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add_checklist_item ／ adjust_severity_rule ／ add_false_positive_guard ／ strengthen_security_focus の四つ。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ふんわりした感想ではなく、run をまたいで数えられる形にしたいからです。--replay を使うと、persona を直したあとに保存ずみの diff へもう一度かけて、前と後の verdict を並べて見せてくれます。本物のコードには一切触れません。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形だけのレビューも、ちゃんと教えてくれます（/rig:go stats）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3456432"/>
            <a:ext cx="5303520" cy="2075688"/>
          </a:xfrm>
          <a:prstGeom prst="roundRect">
            <a:avLst>
              <a:gd name="adj" fmla="val 220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56248" y="3602736"/>
            <a:ext cx="4901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 behavior: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strict_senior_engineer: 14 runs, 6 rejects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product_reviewer:        6 runs, 0 rejects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product_reviewer has 0 rejects across 6 runs.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Possible rubber-stamp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コマンド一覧。上から順に、必要になったら覚えれば大丈夫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92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コマンド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/rig:go "&lt;タスク&gt;"　・　/rig:talk（会話的な入口）　・　/rig:dev（明示的な入口）　・　status / diff / accept / discard /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観測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/rig:go board（複数 run の管制塔）　・　cockpit（Mission Control・read-only）　・　stats（過去 run の集計）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/rig:drill（reviewer の検出率を実測）　・　/rig:pr（既存 PR のレビュー）　・　/rig:qa（テストケース設計）　・　/rig:harness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/rig:knowledge（wiki 生成）　・　/rig:persona　・　/rig:catalog　・　/rig:import / export　・　/rig:forge（自己拡張）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/rig:brainstorm　・　/rig:tasks　・　/rig:goal　・　/rig:design　・　/rig:loop（繰り返しドライバ）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/rig:queue（積んで一括実行）　・　/rig:init（リポジトリ初期設定）　・　/rig:govern（組織ガバナンス）　・　/rig:sec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80060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58952" y="4983480"/>
            <a:ext cx="49743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最初の一日に使うもの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5269738"/>
            <a:ext cx="497433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/rig:go と diff / accept / discard の四つだけです。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480060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611112" y="4983480"/>
            <a:ext cx="47914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今は覚えなくていいもの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11112" y="5269738"/>
            <a:ext cx="479145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残りは全部そうです。必要になった日に、この表へ戻ってきてくれれば大丈夫です。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　pack で知識層を拡張する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自分の領域の知識に、バージョンとハッシュと出どころを付けて、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配布物として渡せるようにします。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docs/packs.md ／ rig_workbench/packs/model.py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知識層って何でしょう。なぜ二種類あるのか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1481328"/>
            <a:ext cx="106436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知識層は、subagent のプロンプトに差し込まれる「その領域の知識」です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767586"/>
            <a:ext cx="106436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「うちの会社ではバックアップをこう呼んでいる」「この製品ではこの言葉をこう使う」。コードをいくら読んでも出てこないこういう事実を、レビュアーや実装役に持たせておくための層です。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7680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セッション知識層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置き場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~/.claude/rig/knowledge/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&lt;repo&gt;/.claude/rig/knowledge/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.rig/packs/ ・ ~/.rig/packs/ ほか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作り方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/rig:knowledge で生成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rig-wb pack で組み立て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できない（自分の環境限り）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 / git リポジトリで配れる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版と改竄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管理しない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version・sha256・lock で固定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本人の目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承認済み評価ケースが必須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向く場面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思いついたことを今すぐ効かせたい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チームや複数リポジトリに効かせたい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58200" y="2468880"/>
            <a:ext cx="3200400" cy="1600200"/>
          </a:xfrm>
          <a:prstGeom prst="roundRect">
            <a:avLst>
              <a:gd name="adj" fmla="val 3429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714232" y="2651760"/>
            <a:ext cx="268833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手元で育てるなら、前者でじゅうぶん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714232" y="3160268"/>
            <a:ext cx="26883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書いたらすぐ効きます。棚卸しも配布もまだ要らないうちは、これで足ります。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58200" y="411480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714232" y="4297680"/>
            <a:ext cx="26883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人に渡すなら、後者の出番です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14232" y="4583938"/>
            <a:ext cx="268833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誰が書いたのか。いつ見直したのか。根拠は何か。途中で書き換わっていないか。pack は、この四つをちゃんと構造として持っています。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は事実を書き写さず、wiki を見にいきます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394960" cy="777240"/>
          </a:xfrm>
          <a:prstGeom prst="roundRect">
            <a:avLst>
              <a:gd name="adj" fmla="val 588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" y="1444752"/>
            <a:ext cx="4992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persona: house-authenticity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inject: ["[[genre-house]]", "[[music-era-90s]]"]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94560"/>
            <a:ext cx="5394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一つの概念につき、正しいページを一枚だけ。行き来は [[slug]] でつなぎます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は事実を本文に書き写さず、ページを見にいきます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書き写してしまうと、その知識は誰にも見えない暗黙知になります。参照にしておけば、ページを一枚直すだけで、見にきている persona 全員の判断がいっぺんに新しくなります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/rig:knowledge の書き先は、何も指定しなければ global。--project を付けるとプロジェクト側の上書きになります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298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[[slug]] は tier で解決されて、上の層が勝ちます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73352"/>
            <a:ext cx="310896" cy="310896"/>
          </a:xfrm>
          <a:prstGeom prst="ellipse">
            <a:avLst/>
          </a:prstGeom>
          <a:solidFill>
            <a:srgbClr val="C9CEC9"/>
          </a:solidFill>
          <a:ln w="12700">
            <a:solidFill>
              <a:srgbClr val="C9CE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02552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overlay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702552" y="18653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&lt;repo&gt;/.claude/rig/knowledge/wiki/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2240280"/>
            <a:ext cx="310896" cy="310896"/>
          </a:xfrm>
          <a:prstGeom prst="ellipse">
            <a:avLst/>
          </a:prstGeom>
          <a:solidFill>
            <a:srgbClr val="C9CEC9"/>
          </a:solidFill>
          <a:ln w="12700">
            <a:solidFill>
              <a:srgbClr val="C9CE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02552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702552" y="24323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~/.claude/rig/knowledge/wiki/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2807208"/>
            <a:ext cx="310896" cy="310896"/>
          </a:xfrm>
          <a:prstGeom prst="ellipse">
            <a:avLst/>
          </a:prstGeom>
          <a:solidFill>
            <a:srgbClr val="C9CEC9"/>
          </a:solidFill>
          <a:ln w="12700">
            <a:solidFill>
              <a:srgbClr val="C9CE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02552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999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チームでいっしょに使う層（RIG_ORG_HOME）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3374136"/>
            <a:ext cx="310896" cy="310896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同梱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02552" y="3566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&lt;pack&gt;/facets/knowledge/&lt;slug&gt;.md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3941064"/>
            <a:ext cx="310896" cy="310896"/>
          </a:xfrm>
          <a:prstGeom prst="ellipse">
            <a:avLst/>
          </a:prstGeom>
          <a:solidFill>
            <a:srgbClr val="C9CEC9"/>
          </a:solidFill>
          <a:ln w="12700">
            <a:solidFill>
              <a:srgbClr val="C9CE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02552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702552" y="4133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 にはじめから入っているページ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4348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58952" y="4617720"/>
            <a:ext cx="488289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の persona は、まず自分の pack をのぞきます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4903978"/>
            <a:ext cx="4882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は、自分の persona に要るページを一緒に持ち歩きます。同じ slug をプロジェクト側に置けば、これまでどおり上書きできます。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の type が決めているのは、権限です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7315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17373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宣言できるアセット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 コマンド実行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knowledge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wiki・resource・評価ケースと結果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いいえ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上記 ＋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いいえ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reviewer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上記 ＋ persona・output-contract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いいえ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skill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すべてのプロンプト種別（instruction・recipe・pattern・command・agent）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いいえ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workflow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と同じ（違いは宣言された意図であって、権限ではない）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いいえ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すべて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はい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298448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348472" y="1481328"/>
            <a:ext cx="305409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右端の列こそ、この型モデルがある理由です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48472" y="1989836"/>
            <a:ext cx="30540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に checks:（手元のマシンで動くシェルコマンド）を書けるのは tool だけです。ほかの型が運ぶのは、プロバイダが読むテキストだけになります。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342900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348472" y="3611880"/>
            <a:ext cx="305409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≠ kind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348472" y="3898138"/>
            <a:ext cx="30540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kind（core / official / domain / project）は tier の順番を決めるだけです。tier は権限ではありません。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484632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48472" y="5029200"/>
            <a:ext cx="305409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初期値を用意していない理由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48472" y="5315458"/>
            <a:ext cx="3054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初期値を置くと、大事な判断を「何も決めなかった人」に押しつけてしまうからです。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4315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チームの知識を足すことが、そのままコマンドを動かす権限を渡すことになってはいけません。ここが型モデルの引いている線です。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846320"/>
            <a:ext cx="7315200" cy="1280160"/>
          </a:xfrm>
          <a:prstGeom prst="roundRect">
            <a:avLst>
              <a:gd name="adj" fmla="val 428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58952" y="5029200"/>
            <a:ext cx="68031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 type を選べばいいか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" y="5315458"/>
            <a:ext cx="68031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知識層を配るだけなら knowledge。persona も一緒に配るなら reviewer、recipe やコマンドまで入れるなら skill です。必要以上に強い型を選ばないでおくことが、そのまま受け取る側への安心につながります。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を作ってみる。init → sync → validate → doctor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6400800" cy="2148840"/>
          </a:xfrm>
          <a:prstGeom prst="roundRect">
            <a:avLst>
              <a:gd name="adj" fmla="val 2128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" y="1444752"/>
            <a:ext cx="59984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init my-domain --type knowledge \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--kind domain --root .rig/packs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initialized: .rig/packs/my-domain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write an asset  facets/knowledge/&lt;name&gt;.md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rig-wb pack sync .rig/packs/my-domain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rig-wb pack validate .rig/packs/my-domain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6400800" cy="1234440"/>
          </a:xfrm>
          <a:prstGeom prst="roundRect">
            <a:avLst>
              <a:gd name="adj" fmla="val 370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4088" y="3758184"/>
            <a:ext cx="5998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vi .rig/packs/my-domain/facets/knowledge/backup.md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sync .rig/packs/my-domain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facets/knowledge/backup.md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 sync: 1 asset(s) declared and hashed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983480"/>
            <a:ext cx="6400800" cy="914400"/>
          </a:xfrm>
          <a:prstGeom prst="roundRect">
            <a:avLst>
              <a:gd name="adj" fmla="val 5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4088" y="5129784"/>
            <a:ext cx="5998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doctor .rig/packs/my-domain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 doctor: warning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empty_pack: .rig/packs/my-domain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69480" y="1298448"/>
            <a:ext cx="4389120" cy="1508760"/>
          </a:xfrm>
          <a:prstGeom prst="roundRect">
            <a:avLst>
              <a:gd name="adj" fmla="val 363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25512" y="1481328"/>
            <a:ext cx="38770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pack.yaml は手で書きません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1767586"/>
            <a:ext cx="38770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中身をぜんぶパスと sha256 で宣言していて、検証のときに一字一句くらべられます。つまり自動で作られるものなので、手で書く場所ではないんです。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926080"/>
            <a:ext cx="4389120" cy="1508760"/>
          </a:xfrm>
          <a:prstGeom prst="roundRect">
            <a:avLst>
              <a:gd name="adj" fmla="val 3636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25512" y="3108960"/>
            <a:ext cx="38770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はフォルダをそのまま写します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3395218"/>
            <a:ext cx="38770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消したファイルは、宣言のほうからも消えます。書き換わるのは assets と hashes だけ。version・description・entrypoints はあなたのものです。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4553712"/>
            <a:ext cx="4389120" cy="1344168"/>
          </a:xfrm>
          <a:prstGeom prst="roundRect">
            <a:avLst>
              <a:gd name="adj" fmla="val 4082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525512" y="4736592"/>
            <a:ext cx="38770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は「できあがり」ではありません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25512" y="5022850"/>
            <a:ext cx="38770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中身が空の pack でもスキーマは満たすので、valid と出てしまいます。その状態は doctor が教えてくれます。警告なら exit 0、failed だけがエラーです。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を入れたとたん、評価ゲートが立ちます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1481328"/>
            <a:ext cx="106436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はプロンプト素材。プロバイダに見せるテキストだからです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767586"/>
            <a:ext cx="106436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なので wiki を持つ pack には、承認ずみの評価ケースが最低ひとつ要ります。会社の知識ページも、ほかのプロンプト面とおなじルールで扱われるわけですね。うっかりそうなったのではなく、そう決めています。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6766560" cy="2468880"/>
          </a:xfrm>
          <a:prstGeom prst="roundRect">
            <a:avLst>
              <a:gd name="adj" fmla="val 185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4088" y="2596896"/>
            <a:ext cx="63642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validate .rig/packs/my-domain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prompt-bearing pack requires at least one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evaluation case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draft は pack の外（プロジェクト側）に書く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.rig/evals/drafts/&lt;case-id&gt;/case.json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prompt_surfaces: ["wiki:backup-policy"]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eval run &lt;case-id&gt; --phase baseline ...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eval run &lt;case-id&gt; --phase current  ...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eval compare --baseline ... --current ...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eval promote &lt;case-id&gt; ... --into &lt;pack&gt;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sync &amp;&amp; rig-wb pack validate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my-domain@0.1.0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43800" y="2450592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99832" y="2633472"/>
            <a:ext cx="36027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承認は、フラグを立てるだけでは済みません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99832" y="2919730"/>
            <a:ext cx="360273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は、しきい値に届かない証拠も、意味のほうを見ていないケースも受けつけません。結果には署名がつくので、手を入れた結果はしきい値を見るより先にはじかれます。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393192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99832" y="4114800"/>
            <a:ext cx="36027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を pack の中に置けないわけ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99832" y="4401058"/>
            <a:ext cx="36027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は宣言していないものを持てないからです。--into が変えるのは行き先だけです。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" y="5212080"/>
            <a:ext cx="106436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 を書き忘れると、ケースは走りません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5498338"/>
            <a:ext cx="106436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prompt_entrypoint には、マニフェストが宣言している entrypoint を書いておく必要があります（知識 pack なら kind: wiki でページ自身）。書き忘れても pack validate は通ってしまいます。でも pack test は structural_only と返します。ケースは同梱されて、ハッシュもされて、それでも誰にも動かされないままです。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ブロックに「何についての pack か」を書きます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" y="1444752"/>
            <a:ext cx="508406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scope: ["company"]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topics: ["access-control", "backup"]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"Corp IT"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evidence: ["情報セキュリティ規程", "運用設計書"]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reviewed_at: "2026-08-01T00:00:00+00:00"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175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ブロック自体は書かなくても大丈夫です。ただし置いたなら五つとも必須で、半分だけというのは通りません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理由は reviewed_at にあります。見直した日が書いていない知識ほど、誰にも気づかれないまま古くなっていくからです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 type でも書けます。これは説明であって、権限の話ではありません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は company のようにざっくりか、product:northwind-one のように値まで指定して書きます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84632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8952" y="5029200"/>
            <a:ext cx="49743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だけは、並べ替えなくて大丈夫です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5315458"/>
            <a:ext cx="49743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人が書いた資料の題名を、その言語のまま並べるからです。順番そのものが「主にどれに寄りかかっているか」を表します。同じものを二度書くのだけは断られます。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298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探す。選び出しはしますが、決めはしません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600200"/>
            <a:ext cx="5303520" cy="2788920"/>
          </a:xfrm>
          <a:prstGeom prst="roundRect">
            <a:avLst>
              <a:gd name="adj" fmla="val 1639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6248" y="1746504"/>
            <a:ext cx="4901184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knowledge --topic backup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company-security@0.1.0  company   Corp IT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reviewed 2026-08-01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evidence: 情報セキュリティ規程, 運用設計書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wiki: pack://project/company-security/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facets/knowledge/backup-policy.md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product-security@0.1.0  product:northwind-one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reviewed 2026-07-15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evidence: サービス仕様書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is ambiguous: company, product:northwind-one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narrow with --scope before treating any of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these as the answer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448056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11112" y="4663440"/>
            <a:ext cx="479145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どっちのつもりだったかは、どの pack にも書いてありません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5171948"/>
            <a:ext cx="4791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それは質問した人のなかにある事実だからです。だから rig は当てにいかず、「まだ決まっていませんよ」ということと、選べる候補をそのまま返します。影に隠れたページも、隠さずラベルをつけて並べます。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を渡す。bundle と named source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669280" cy="141732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" y="1444752"/>
            <a:ext cx="52669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bundle .rig/packs/my-domain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bundled: my-domain@0.1.0 (3 file(s))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dist/my-domain-0.1.0.zip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sha256: 7ef9b1a3...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install dist/... --scope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669280" cy="141732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4088" y="3026664"/>
            <a:ext cx="52669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source add product \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--scheme git+ssh \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git@github.com:acme/rig-pack-{pack}.git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install product:northwind@1.4.0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rig-wb pack verify-sources --scope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462272"/>
            <a:ext cx="5669280" cy="1417320"/>
          </a:xfrm>
          <a:prstGeom prst="roundRect">
            <a:avLst>
              <a:gd name="adj" fmla="val 3871"/>
            </a:avLst>
          </a:prstGeom>
          <a:solidFill>
            <a:srgbClr val="E7EFEB"/>
          </a:solidFill>
          <a:ln w="6350">
            <a:solidFill>
              <a:srgbClr val="E7EF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58952" y="4645152"/>
            <a:ext cx="51572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は資格情報をひとつも持ちません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931410"/>
            <a:ext cx="515721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を呼ぶだけなので、認証はもう設定してあるもの（SSH agent・credential helper・CI secret）が答えてくれます。lock に残るのはソースの名前と commit だけで、URL は書きません。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298448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見るコマンド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答える問い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 list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何が入っているか（id・type・検証状態）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 info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身元と来歴。出所・digest・依存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 explain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そのアセットは実際にプロンプトへ届いているか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 outdated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各ソースは今どの版を出しているか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 update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版を移す（失敗しても旧版が残る）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537960" y="34290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3EAE6"/>
          </a:solidFill>
          <a:ln w="6350">
            <a:solidFill>
              <a:srgbClr val="F3EA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793992" y="3611880"/>
            <a:ext cx="46085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「override したのに何も起きない」の正体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93992" y="3898138"/>
            <a:ext cx="46085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入っていて valid なのに、まるごと影に隠れている状態です。info は身元しか答えてくれないので、explain で tier の勝ち負けを見てみてください。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37960" y="484632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793992" y="5029200"/>
            <a:ext cx="460857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 は「誰が」までは答えません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93992" y="5315458"/>
            <a:ext cx="460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同じ中身であることだけを保証してくれます。誰が作ったかを答えるのは、署名と trust root のほうです。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つまずきやすいところ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442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9961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9304" y="151790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はできあがりではありません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1727898"/>
            <a:ext cx="44439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空の pack でも valid になります。doctor の empty_pack 警告を見てみてください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29844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11112" y="149961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111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41464" y="151790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pack.yaml は手で書きません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41464" y="1727898"/>
            <a:ext cx="44439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「たまたま合っている」か「間違っている」かのどちらかにしかなりません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48716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268833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270662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署名した pack は sync できません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" y="2916619"/>
            <a:ext cx="44439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いったん署名を外してから sync してください。rig は署名を読みますが、もう作りません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248716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1112" y="268833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41464" y="270662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だけではコマンドになりません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41464" y="2916619"/>
            <a:ext cx="44439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アセットは、自分で登録できるホスト向けの資料です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67588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952" y="387705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289304" y="389534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pack は最初に同意が要ります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289304" y="4105339"/>
            <a:ext cx="44439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RIG_ALLOW_PROJECT_PACKS=1 で同意します。同意は中身のハッシュに結びつきます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367588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11112" y="387705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1111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41464" y="389534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は署名を要求しません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41464" y="4105339"/>
            <a:ext cx="44439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検証はします。結果は lock に verification_status として残ります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86460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8952" y="506577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289304" y="508406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は品質の証拠になりません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289304" y="5294059"/>
            <a:ext cx="44439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結果に non_quality_mock とはっきり書かれます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4864608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1EF"/>
          </a:solidFill>
          <a:ln w="6350">
            <a:solidFill>
              <a:srgbClr val="D8D8D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11112" y="5065776"/>
            <a:ext cx="384048" cy="384048"/>
          </a:xfrm>
          <a:prstGeom prst="ellipse">
            <a:avLst/>
          </a:prstGeom>
          <a:solidFill>
            <a:srgbClr val="A33A21"/>
          </a:solidFill>
          <a:ln w="12700">
            <a:solidFill>
              <a:srgbClr val="A33A2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11112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141464" y="5084064"/>
            <a:ext cx="4443984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は署名の代わりになりません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141464" y="5294059"/>
            <a:ext cx="44439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リポジトリの pack も、同じ検証をぜんぶ通ります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まずは、ここから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 /rig:go だけ使ってみる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235915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B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/ accept / discard の四つで、まず一週間やってみてください。ゲートに一度落ちて「なんで落ちたんだろう」と読むところまで来れば、rig がどういう道具かは自然と分かります。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630168"/>
            <a:ext cx="457200" cy="457200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ページを一枚だけ書いてみる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35661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B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/rig:knowledge で自分の領域を一枚書いて、persona の inject: から参照させてみます。効くかどうかは、ここで見えてきます。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837176"/>
            <a:ext cx="457200" cy="457200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791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効くと分かってから pack にする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4773168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B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rig-wb pack init --type knowledge で、ちゃんとした配布物にします。順番を逆にすると、まだ効くか分からないものに評価ケースを書くことになってしまいます。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もとの資料：README.ja.md（全体像）　／　docs/packs.md（pack の仕様）　／　skills/engine/SKILL.md（ブリック一覧）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入門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 入門</dc:title>
  <dc:subject>PptxGenJS Presentation</dc:subject>
  <dc:creator>rig</dc:creator>
  <cp:lastModifiedBy>rig</cp:lastModifiedBy>
  <cp:revision>1</cp:revision>
  <dcterms:created xsi:type="dcterms:W3CDTF">2026-09-11T09:33:42Z</dcterms:created>
  <dcterms:modified xsi:type="dcterms:W3CDTF">2026-09-11T09:33:42Z</dcterms:modified>
</cp:coreProperties>
</file>